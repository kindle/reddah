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5" r:id="rId3"/>
    <p:sldMasterId id="2147483697" r:id="rId4"/>
  </p:sldMasterIdLst>
  <p:notesMasterIdLst>
    <p:notesMasterId r:id="rId15"/>
  </p:notesMasterIdLst>
  <p:sldIdLst>
    <p:sldId id="256" r:id="rId5"/>
    <p:sldId id="259" r:id="rId6"/>
    <p:sldId id="268" r:id="rId7"/>
    <p:sldId id="264" r:id="rId8"/>
    <p:sldId id="266" r:id="rId9"/>
    <p:sldId id="261" r:id="rId10"/>
    <p:sldId id="265" r:id="rId11"/>
    <p:sldId id="262" r:id="rId12"/>
    <p:sldId id="26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144" autoAdjust="0"/>
  </p:normalViewPr>
  <p:slideViewPr>
    <p:cSldViewPr snapToGrid="0">
      <p:cViewPr varScale="1">
        <p:scale>
          <a:sx n="87" d="100"/>
          <a:sy n="87" d="100"/>
        </p:scale>
        <p:origin x="14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AC7C27-7479-4E03-A951-0DB79E740767}" type="doc">
      <dgm:prSet loTypeId="urn:microsoft.com/office/officeart/2008/layout/BendingPictureCaption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0F250A-918E-4E4E-A9BA-81DFF5453659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 smtClean="0"/>
            <a:t>Home</a:t>
          </a:r>
          <a:endParaRPr lang="en-US" dirty="0"/>
        </a:p>
      </dgm:t>
    </dgm:pt>
    <dgm:pt modelId="{9C79818A-2DBA-4527-AD85-E271A0B4BA96}" type="parTrans" cxnId="{656BDBF2-7C6A-49A2-A9E8-01C8DDC375A3}">
      <dgm:prSet/>
      <dgm:spPr/>
      <dgm:t>
        <a:bodyPr/>
        <a:lstStyle/>
        <a:p>
          <a:endParaRPr lang="en-US"/>
        </a:p>
      </dgm:t>
    </dgm:pt>
    <dgm:pt modelId="{78166F45-432E-456C-BB6C-E3218CE82EC0}" type="sibTrans" cxnId="{656BDBF2-7C6A-49A2-A9E8-01C8DDC375A3}">
      <dgm:prSet/>
      <dgm:spPr/>
      <dgm:t>
        <a:bodyPr/>
        <a:lstStyle/>
        <a:p>
          <a:endParaRPr lang="en-US"/>
        </a:p>
      </dgm:t>
    </dgm:pt>
    <dgm:pt modelId="{B25A8375-AA1F-4A4E-BFC9-8751A148B38A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smtClean="0"/>
            <a:t>Browse</a:t>
          </a:r>
          <a:endParaRPr lang="en-US" dirty="0"/>
        </a:p>
      </dgm:t>
    </dgm:pt>
    <dgm:pt modelId="{CDA97B1C-B89D-4376-B9EC-9260A3705D42}" type="parTrans" cxnId="{A78D5BFB-0E39-4727-BF8D-585CE86FE9F6}">
      <dgm:prSet/>
      <dgm:spPr/>
      <dgm:t>
        <a:bodyPr/>
        <a:lstStyle/>
        <a:p>
          <a:endParaRPr lang="en-US"/>
        </a:p>
      </dgm:t>
    </dgm:pt>
    <dgm:pt modelId="{44490578-7521-45B7-91E4-B8DD0303F24C}" type="sibTrans" cxnId="{A78D5BFB-0E39-4727-BF8D-585CE86FE9F6}">
      <dgm:prSet/>
      <dgm:spPr/>
      <dgm:t>
        <a:bodyPr/>
        <a:lstStyle/>
        <a:p>
          <a:endParaRPr lang="en-US"/>
        </a:p>
      </dgm:t>
    </dgm:pt>
    <dgm:pt modelId="{9CAD4A56-2F3D-4C5A-8976-7077AAE06548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 smtClean="0"/>
            <a:t>Contact us</a:t>
          </a:r>
          <a:endParaRPr lang="en-US" dirty="0"/>
        </a:p>
      </dgm:t>
    </dgm:pt>
    <dgm:pt modelId="{53CD69F1-2EB8-492D-9DF7-B21CD9677E95}" type="parTrans" cxnId="{57CBD3A0-5F42-4DCC-8125-4F24E6E137E5}">
      <dgm:prSet/>
      <dgm:spPr/>
      <dgm:t>
        <a:bodyPr/>
        <a:lstStyle/>
        <a:p>
          <a:endParaRPr lang="en-US"/>
        </a:p>
      </dgm:t>
    </dgm:pt>
    <dgm:pt modelId="{71A29820-F2D5-4687-B08D-FCD42914BB76}" type="sibTrans" cxnId="{57CBD3A0-5F42-4DCC-8125-4F24E6E137E5}">
      <dgm:prSet/>
      <dgm:spPr/>
      <dgm:t>
        <a:bodyPr/>
        <a:lstStyle/>
        <a:p>
          <a:endParaRPr lang="en-US"/>
        </a:p>
      </dgm:t>
    </dgm:pt>
    <dgm:pt modelId="{C0E3DA04-0C05-4568-A1D6-7D1AE0000DA4}" type="pres">
      <dgm:prSet presAssocID="{87AC7C27-7479-4E03-A951-0DB79E74076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040860B-A2B6-4CAF-82E9-0BCC362B7175}" type="pres">
      <dgm:prSet presAssocID="{190F250A-918E-4E4E-A9BA-81DFF5453659}" presName="composite" presStyleCnt="0"/>
      <dgm:spPr/>
    </dgm:pt>
    <dgm:pt modelId="{98E1562E-5D44-44E2-BA1F-A2152C6450AC}" type="pres">
      <dgm:prSet presAssocID="{190F250A-918E-4E4E-A9BA-81DFF5453659}" presName="rect1" presStyleLbl="bgImgPlac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341F00FD-4D3E-402A-BE7D-848F31FF20DA}" type="pres">
      <dgm:prSet presAssocID="{190F250A-918E-4E4E-A9BA-81DFF5453659}" presName="wedgeRectCallout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06B456-2FCE-41B2-AC16-1B7A2DF5BC97}" type="pres">
      <dgm:prSet presAssocID="{78166F45-432E-456C-BB6C-E3218CE82EC0}" presName="sibTrans" presStyleCnt="0"/>
      <dgm:spPr/>
    </dgm:pt>
    <dgm:pt modelId="{320C87B1-BEF8-4727-A352-A6159F458998}" type="pres">
      <dgm:prSet presAssocID="{B25A8375-AA1F-4A4E-BFC9-8751A148B38A}" presName="composite" presStyleCnt="0"/>
      <dgm:spPr/>
    </dgm:pt>
    <dgm:pt modelId="{5564074F-B36B-4EA7-932A-F22A1718EBE6}" type="pres">
      <dgm:prSet presAssocID="{B25A8375-AA1F-4A4E-BFC9-8751A148B38A}" presName="rect1" presStyleLbl="bgImgPlac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0B5F4A30-6131-49A9-AF66-6F2A643EF93E}" type="pres">
      <dgm:prSet presAssocID="{B25A8375-AA1F-4A4E-BFC9-8751A148B38A}" presName="wedgeRectCallout1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6EA45F-BFE7-428D-A23B-93DD965D524F}" type="pres">
      <dgm:prSet presAssocID="{44490578-7521-45B7-91E4-B8DD0303F24C}" presName="sibTrans" presStyleCnt="0"/>
      <dgm:spPr/>
    </dgm:pt>
    <dgm:pt modelId="{A349F679-BA42-456C-9895-273FBCAFAC63}" type="pres">
      <dgm:prSet presAssocID="{9CAD4A56-2F3D-4C5A-8976-7077AAE06548}" presName="composite" presStyleCnt="0"/>
      <dgm:spPr/>
    </dgm:pt>
    <dgm:pt modelId="{D6DBB545-C547-43BF-A264-CE69357E6EBF}" type="pres">
      <dgm:prSet presAssocID="{9CAD4A56-2F3D-4C5A-8976-7077AAE06548}" presName="rect1" presStyleLbl="b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  <dgm:t>
        <a:bodyPr/>
        <a:lstStyle/>
        <a:p>
          <a:endParaRPr lang="en-US"/>
        </a:p>
      </dgm:t>
    </dgm:pt>
    <dgm:pt modelId="{B076EE7A-77AE-486C-BB44-BFA64890932A}" type="pres">
      <dgm:prSet presAssocID="{9CAD4A56-2F3D-4C5A-8976-7077AAE06548}" presName="wedgeRectCallout1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5CF4E2-EE2C-4239-AAF8-4E4E57D35452}" type="presOf" srcId="{B25A8375-AA1F-4A4E-BFC9-8751A148B38A}" destId="{0B5F4A30-6131-49A9-AF66-6F2A643EF93E}" srcOrd="0" destOrd="0" presId="urn:microsoft.com/office/officeart/2008/layout/BendingPictureCaptionList"/>
    <dgm:cxn modelId="{748193EE-734B-4E23-8B6F-9293F535A450}" type="presOf" srcId="{9CAD4A56-2F3D-4C5A-8976-7077AAE06548}" destId="{B076EE7A-77AE-486C-BB44-BFA64890932A}" srcOrd="0" destOrd="0" presId="urn:microsoft.com/office/officeart/2008/layout/BendingPictureCaptionList"/>
    <dgm:cxn modelId="{8637DECA-1026-4EF2-883F-926AD2435CDE}" type="presOf" srcId="{190F250A-918E-4E4E-A9BA-81DFF5453659}" destId="{341F00FD-4D3E-402A-BE7D-848F31FF20DA}" srcOrd="0" destOrd="0" presId="urn:microsoft.com/office/officeart/2008/layout/BendingPictureCaptionList"/>
    <dgm:cxn modelId="{57CBD3A0-5F42-4DCC-8125-4F24E6E137E5}" srcId="{87AC7C27-7479-4E03-A951-0DB79E740767}" destId="{9CAD4A56-2F3D-4C5A-8976-7077AAE06548}" srcOrd="2" destOrd="0" parTransId="{53CD69F1-2EB8-492D-9DF7-B21CD9677E95}" sibTransId="{71A29820-F2D5-4687-B08D-FCD42914BB76}"/>
    <dgm:cxn modelId="{656BDBF2-7C6A-49A2-A9E8-01C8DDC375A3}" srcId="{87AC7C27-7479-4E03-A951-0DB79E740767}" destId="{190F250A-918E-4E4E-A9BA-81DFF5453659}" srcOrd="0" destOrd="0" parTransId="{9C79818A-2DBA-4527-AD85-E271A0B4BA96}" sibTransId="{78166F45-432E-456C-BB6C-E3218CE82EC0}"/>
    <dgm:cxn modelId="{A78D5BFB-0E39-4727-BF8D-585CE86FE9F6}" srcId="{87AC7C27-7479-4E03-A951-0DB79E740767}" destId="{B25A8375-AA1F-4A4E-BFC9-8751A148B38A}" srcOrd="1" destOrd="0" parTransId="{CDA97B1C-B89D-4376-B9EC-9260A3705D42}" sibTransId="{44490578-7521-45B7-91E4-B8DD0303F24C}"/>
    <dgm:cxn modelId="{DB588190-5A7D-48D8-932B-2A8432B79989}" type="presOf" srcId="{87AC7C27-7479-4E03-A951-0DB79E740767}" destId="{C0E3DA04-0C05-4568-A1D6-7D1AE0000DA4}" srcOrd="0" destOrd="0" presId="urn:microsoft.com/office/officeart/2008/layout/BendingPictureCaptionList"/>
    <dgm:cxn modelId="{B253F297-10F5-4640-B229-16978BC59D15}" type="presParOf" srcId="{C0E3DA04-0C05-4568-A1D6-7D1AE0000DA4}" destId="{A040860B-A2B6-4CAF-82E9-0BCC362B7175}" srcOrd="0" destOrd="0" presId="urn:microsoft.com/office/officeart/2008/layout/BendingPictureCaptionList"/>
    <dgm:cxn modelId="{640B9570-AA5E-4237-98FA-438111C824C1}" type="presParOf" srcId="{A040860B-A2B6-4CAF-82E9-0BCC362B7175}" destId="{98E1562E-5D44-44E2-BA1F-A2152C6450AC}" srcOrd="0" destOrd="0" presId="urn:microsoft.com/office/officeart/2008/layout/BendingPictureCaptionList"/>
    <dgm:cxn modelId="{29E1AB46-3CA9-4C45-A40D-FCB8433585D2}" type="presParOf" srcId="{A040860B-A2B6-4CAF-82E9-0BCC362B7175}" destId="{341F00FD-4D3E-402A-BE7D-848F31FF20DA}" srcOrd="1" destOrd="0" presId="urn:microsoft.com/office/officeart/2008/layout/BendingPictureCaptionList"/>
    <dgm:cxn modelId="{48C2DD8F-1FB7-46E2-B2E1-B5E59A3E21B9}" type="presParOf" srcId="{C0E3DA04-0C05-4568-A1D6-7D1AE0000DA4}" destId="{9F06B456-2FCE-41B2-AC16-1B7A2DF5BC97}" srcOrd="1" destOrd="0" presId="urn:microsoft.com/office/officeart/2008/layout/BendingPictureCaptionList"/>
    <dgm:cxn modelId="{238DBFF2-924D-4A32-8D5B-8A8C909DF3B2}" type="presParOf" srcId="{C0E3DA04-0C05-4568-A1D6-7D1AE0000DA4}" destId="{320C87B1-BEF8-4727-A352-A6159F458998}" srcOrd="2" destOrd="0" presId="urn:microsoft.com/office/officeart/2008/layout/BendingPictureCaptionList"/>
    <dgm:cxn modelId="{09E80203-D1AA-4940-8B07-E6E9C0A6E8C2}" type="presParOf" srcId="{320C87B1-BEF8-4727-A352-A6159F458998}" destId="{5564074F-B36B-4EA7-932A-F22A1718EBE6}" srcOrd="0" destOrd="0" presId="urn:microsoft.com/office/officeart/2008/layout/BendingPictureCaptionList"/>
    <dgm:cxn modelId="{1C60D22F-D27A-48C3-BDC4-69136C8A27BE}" type="presParOf" srcId="{320C87B1-BEF8-4727-A352-A6159F458998}" destId="{0B5F4A30-6131-49A9-AF66-6F2A643EF93E}" srcOrd="1" destOrd="0" presId="urn:microsoft.com/office/officeart/2008/layout/BendingPictureCaptionList"/>
    <dgm:cxn modelId="{240D276C-F862-488D-B626-B18CB2FE14F0}" type="presParOf" srcId="{C0E3DA04-0C05-4568-A1D6-7D1AE0000DA4}" destId="{536EA45F-BFE7-428D-A23B-93DD965D524F}" srcOrd="3" destOrd="0" presId="urn:microsoft.com/office/officeart/2008/layout/BendingPictureCaptionList"/>
    <dgm:cxn modelId="{D0D17EB4-3105-4370-AFDA-10158EE2F5C1}" type="presParOf" srcId="{C0E3DA04-0C05-4568-A1D6-7D1AE0000DA4}" destId="{A349F679-BA42-456C-9895-273FBCAFAC63}" srcOrd="4" destOrd="0" presId="urn:microsoft.com/office/officeart/2008/layout/BendingPictureCaptionList"/>
    <dgm:cxn modelId="{C6D1AB40-3F33-44F1-B002-A25F8E0D1ECE}" type="presParOf" srcId="{A349F679-BA42-456C-9895-273FBCAFAC63}" destId="{D6DBB545-C547-43BF-A264-CE69357E6EBF}" srcOrd="0" destOrd="0" presId="urn:microsoft.com/office/officeart/2008/layout/BendingPictureCaptionList"/>
    <dgm:cxn modelId="{C0A3C21B-CD7B-4C07-A765-57D1D63826BA}" type="presParOf" srcId="{A349F679-BA42-456C-9895-273FBCAFAC63}" destId="{B076EE7A-77AE-486C-BB44-BFA64890932A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73C174-E5B9-4C96-91FD-92550625E4C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3B52A2-EC83-4078-8A53-F85560F45886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 smtClean="0"/>
            <a:t>ViewModel</a:t>
          </a:r>
          <a:endParaRPr lang="en-US" dirty="0"/>
        </a:p>
      </dgm:t>
    </dgm:pt>
    <dgm:pt modelId="{15FB1A10-BA31-420C-BF1D-5FFB1B163635}" type="parTrans" cxnId="{267D8C49-875F-4331-81C1-0E08D46D1F8A}">
      <dgm:prSet/>
      <dgm:spPr/>
      <dgm:t>
        <a:bodyPr/>
        <a:lstStyle/>
        <a:p>
          <a:endParaRPr lang="en-US"/>
        </a:p>
      </dgm:t>
    </dgm:pt>
    <dgm:pt modelId="{771F4B80-B260-421D-B08B-3020263BB3E9}" type="sibTrans" cxnId="{267D8C49-875F-4331-81C1-0E08D46D1F8A}">
      <dgm:prSet/>
      <dgm:spPr/>
      <dgm:t>
        <a:bodyPr/>
        <a:lstStyle/>
        <a:p>
          <a:endParaRPr lang="en-US"/>
        </a:p>
      </dgm:t>
    </dgm:pt>
    <dgm:pt modelId="{781B7A68-572E-4BF7-95F5-9DA72B0C7D61}">
      <dgm:prSet phldrT="[Text]" phldr="1"/>
      <dgm:spPr/>
      <dgm:t>
        <a:bodyPr/>
        <a:lstStyle/>
        <a:p>
          <a:endParaRPr lang="en-US" dirty="0"/>
        </a:p>
      </dgm:t>
    </dgm:pt>
    <dgm:pt modelId="{FFE8A489-A148-45AD-9560-810EE8880332}" type="parTrans" cxnId="{B8E127C5-1EF5-46AA-9F36-06BB3D0B16D4}">
      <dgm:prSet/>
      <dgm:spPr/>
      <dgm:t>
        <a:bodyPr/>
        <a:lstStyle/>
        <a:p>
          <a:endParaRPr lang="en-US"/>
        </a:p>
      </dgm:t>
    </dgm:pt>
    <dgm:pt modelId="{7A939B31-11F2-4B7A-AA55-76734E87FD0F}" type="sibTrans" cxnId="{B8E127C5-1EF5-46AA-9F36-06BB3D0B16D4}">
      <dgm:prSet/>
      <dgm:spPr/>
      <dgm:t>
        <a:bodyPr/>
        <a:lstStyle/>
        <a:p>
          <a:endParaRPr lang="en-US"/>
        </a:p>
      </dgm:t>
    </dgm:pt>
    <dgm:pt modelId="{F77D03CC-28F0-45C2-ABC3-5DB14CDFE9F3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Controller</a:t>
          </a:r>
          <a:endParaRPr lang="en-US" dirty="0">
            <a:solidFill>
              <a:schemeClr val="tx1"/>
            </a:solidFill>
          </a:endParaRPr>
        </a:p>
      </dgm:t>
    </dgm:pt>
    <dgm:pt modelId="{01D80CDD-FC82-42E5-BC28-82D759ADA2C2}" type="parTrans" cxnId="{57BD2608-2F00-42D0-A0CF-34A7149A51BA}">
      <dgm:prSet/>
      <dgm:spPr/>
      <dgm:t>
        <a:bodyPr/>
        <a:lstStyle/>
        <a:p>
          <a:endParaRPr lang="en-US"/>
        </a:p>
      </dgm:t>
    </dgm:pt>
    <dgm:pt modelId="{32EAC046-9B3F-4986-BED1-A941A82F2B82}" type="sibTrans" cxnId="{57BD2608-2F00-42D0-A0CF-34A7149A51BA}">
      <dgm:prSet/>
      <dgm:spPr/>
      <dgm:t>
        <a:bodyPr/>
        <a:lstStyle/>
        <a:p>
          <a:endParaRPr lang="en-US"/>
        </a:p>
      </dgm:t>
    </dgm:pt>
    <dgm:pt modelId="{D4A96BC0-B805-4C4D-BEF0-0F8FB4CDB76A}">
      <dgm:prSet phldrT="[Text]" phldr="1"/>
      <dgm:spPr/>
      <dgm:t>
        <a:bodyPr/>
        <a:lstStyle/>
        <a:p>
          <a:endParaRPr lang="en-US" dirty="0"/>
        </a:p>
      </dgm:t>
    </dgm:pt>
    <dgm:pt modelId="{4E0A41C0-C1A6-4014-B4E6-77C5E31E61D4}" type="parTrans" cxnId="{6DD0EE0E-AE8D-4F45-AFB1-0E78D8DEFD54}">
      <dgm:prSet/>
      <dgm:spPr/>
      <dgm:t>
        <a:bodyPr/>
        <a:lstStyle/>
        <a:p>
          <a:endParaRPr lang="en-US"/>
        </a:p>
      </dgm:t>
    </dgm:pt>
    <dgm:pt modelId="{57986125-11FB-48F9-8276-0E1646AB1CE1}" type="sibTrans" cxnId="{6DD0EE0E-AE8D-4F45-AFB1-0E78D8DEFD54}">
      <dgm:prSet/>
      <dgm:spPr/>
      <dgm:t>
        <a:bodyPr/>
        <a:lstStyle/>
        <a:p>
          <a:endParaRPr lang="en-US"/>
        </a:p>
      </dgm:t>
    </dgm:pt>
    <dgm:pt modelId="{D0E7D615-C16E-4D29-B2F3-D3129E4B53E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 smtClean="0"/>
            <a:t>View</a:t>
          </a:r>
          <a:endParaRPr lang="en-US" dirty="0"/>
        </a:p>
      </dgm:t>
    </dgm:pt>
    <dgm:pt modelId="{D8C1F996-0068-4B07-AA68-E42063CAC354}" type="parTrans" cxnId="{FC505972-F5D7-4DE0-B830-F7AB6C7E599F}">
      <dgm:prSet/>
      <dgm:spPr/>
      <dgm:t>
        <a:bodyPr/>
        <a:lstStyle/>
        <a:p>
          <a:endParaRPr lang="en-US"/>
        </a:p>
      </dgm:t>
    </dgm:pt>
    <dgm:pt modelId="{22A200E0-EBDA-44A5-BD8F-42F2CCB41826}" type="sibTrans" cxnId="{FC505972-F5D7-4DE0-B830-F7AB6C7E599F}">
      <dgm:prSet/>
      <dgm:spPr/>
      <dgm:t>
        <a:bodyPr/>
        <a:lstStyle/>
        <a:p>
          <a:endParaRPr lang="en-US"/>
        </a:p>
      </dgm:t>
    </dgm:pt>
    <dgm:pt modelId="{5E0284BC-3D76-47D7-81F0-5AD7CC7D097D}">
      <dgm:prSet phldrT="[Text]" phldr="1"/>
      <dgm:spPr/>
      <dgm:t>
        <a:bodyPr/>
        <a:lstStyle/>
        <a:p>
          <a:endParaRPr lang="en-US" dirty="0"/>
        </a:p>
      </dgm:t>
    </dgm:pt>
    <dgm:pt modelId="{748C4145-17C7-4251-AAD2-AF7EB924A452}" type="parTrans" cxnId="{7D764E11-F49B-43D1-B277-4DEA48139AFB}">
      <dgm:prSet/>
      <dgm:spPr/>
      <dgm:t>
        <a:bodyPr/>
        <a:lstStyle/>
        <a:p>
          <a:endParaRPr lang="en-US"/>
        </a:p>
      </dgm:t>
    </dgm:pt>
    <dgm:pt modelId="{17625650-437B-4CFF-8555-59B62DC68508}" type="sibTrans" cxnId="{7D764E11-F49B-43D1-B277-4DEA48139AFB}">
      <dgm:prSet/>
      <dgm:spPr/>
      <dgm:t>
        <a:bodyPr/>
        <a:lstStyle/>
        <a:p>
          <a:endParaRPr lang="en-US"/>
        </a:p>
      </dgm:t>
    </dgm:pt>
    <dgm:pt modelId="{2EEC8C96-29E5-4F54-A38B-3EE09C176351}" type="pres">
      <dgm:prSet presAssocID="{1673C174-E5B9-4C96-91FD-92550625E4C8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45421DC-E850-4093-A299-D61E5884E030}" type="pres">
      <dgm:prSet presAssocID="{CB3B52A2-EC83-4078-8A53-F85560F45886}" presName="composite" presStyleCnt="0"/>
      <dgm:spPr/>
    </dgm:pt>
    <dgm:pt modelId="{1FA2E625-F80D-4AB0-AF8E-B266AB9D0A3C}" type="pres">
      <dgm:prSet presAssocID="{CB3B52A2-EC83-4078-8A53-F85560F45886}" presName="bentUpArrow1" presStyleLbl="alignImgPlace1" presStyleIdx="0" presStyleCnt="2"/>
      <dgm:spPr/>
    </dgm:pt>
    <dgm:pt modelId="{759F43DB-38E7-4098-816A-4FBD7C8204AC}" type="pres">
      <dgm:prSet presAssocID="{CB3B52A2-EC83-4078-8A53-F85560F45886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8F97A1-66B4-4A53-80C9-66213CB901AD}" type="pres">
      <dgm:prSet presAssocID="{CB3B52A2-EC83-4078-8A53-F85560F45886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E63560-766A-494F-B216-12B750EE0E06}" type="pres">
      <dgm:prSet presAssocID="{771F4B80-B260-421D-B08B-3020263BB3E9}" presName="sibTrans" presStyleCnt="0"/>
      <dgm:spPr/>
    </dgm:pt>
    <dgm:pt modelId="{662F5AB5-2DBF-4447-B6F0-C0195FD7ABA5}" type="pres">
      <dgm:prSet presAssocID="{F77D03CC-28F0-45C2-ABC3-5DB14CDFE9F3}" presName="composite" presStyleCnt="0"/>
      <dgm:spPr/>
    </dgm:pt>
    <dgm:pt modelId="{92E15E53-C10D-4DCF-9EFE-3C0738BAE6FE}" type="pres">
      <dgm:prSet presAssocID="{F77D03CC-28F0-45C2-ABC3-5DB14CDFE9F3}" presName="bentUpArrow1" presStyleLbl="alignImgPlace1" presStyleIdx="1" presStyleCnt="2"/>
      <dgm:spPr/>
    </dgm:pt>
    <dgm:pt modelId="{67163C4B-B932-4472-8340-6E459A9AA27C}" type="pres">
      <dgm:prSet presAssocID="{F77D03CC-28F0-45C2-ABC3-5DB14CDFE9F3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501030-515B-4C6F-A133-C7C742BE7744}" type="pres">
      <dgm:prSet presAssocID="{F77D03CC-28F0-45C2-ABC3-5DB14CDFE9F3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60F056-FBFC-428F-9B7B-F184830A20CD}" type="pres">
      <dgm:prSet presAssocID="{32EAC046-9B3F-4986-BED1-A941A82F2B82}" presName="sibTrans" presStyleCnt="0"/>
      <dgm:spPr/>
    </dgm:pt>
    <dgm:pt modelId="{20062A4D-6918-46F2-885B-570A0B093426}" type="pres">
      <dgm:prSet presAssocID="{D0E7D615-C16E-4D29-B2F3-D3129E4B53E3}" presName="composite" presStyleCnt="0"/>
      <dgm:spPr/>
    </dgm:pt>
    <dgm:pt modelId="{8EB297F1-FB30-4D88-81F8-9828BD871AC0}" type="pres">
      <dgm:prSet presAssocID="{D0E7D615-C16E-4D29-B2F3-D3129E4B53E3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A4A13B-47CE-48B4-88C6-64FC1B5801C6}" type="pres">
      <dgm:prSet presAssocID="{D0E7D615-C16E-4D29-B2F3-D3129E4B53E3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D764E11-F49B-43D1-B277-4DEA48139AFB}" srcId="{D0E7D615-C16E-4D29-B2F3-D3129E4B53E3}" destId="{5E0284BC-3D76-47D7-81F0-5AD7CC7D097D}" srcOrd="0" destOrd="0" parTransId="{748C4145-17C7-4251-AAD2-AF7EB924A452}" sibTransId="{17625650-437B-4CFF-8555-59B62DC68508}"/>
    <dgm:cxn modelId="{B8E127C5-1EF5-46AA-9F36-06BB3D0B16D4}" srcId="{CB3B52A2-EC83-4078-8A53-F85560F45886}" destId="{781B7A68-572E-4BF7-95F5-9DA72B0C7D61}" srcOrd="0" destOrd="0" parTransId="{FFE8A489-A148-45AD-9560-810EE8880332}" sibTransId="{7A939B31-11F2-4B7A-AA55-76734E87FD0F}"/>
    <dgm:cxn modelId="{FC505972-F5D7-4DE0-B830-F7AB6C7E599F}" srcId="{1673C174-E5B9-4C96-91FD-92550625E4C8}" destId="{D0E7D615-C16E-4D29-B2F3-D3129E4B53E3}" srcOrd="2" destOrd="0" parTransId="{D8C1F996-0068-4B07-AA68-E42063CAC354}" sibTransId="{22A200E0-EBDA-44A5-BD8F-42F2CCB41826}"/>
    <dgm:cxn modelId="{3C7FD377-9E32-4AF8-8D35-4F17C8BA0D91}" type="presOf" srcId="{1673C174-E5B9-4C96-91FD-92550625E4C8}" destId="{2EEC8C96-29E5-4F54-A38B-3EE09C176351}" srcOrd="0" destOrd="0" presId="urn:microsoft.com/office/officeart/2005/8/layout/StepDownProcess"/>
    <dgm:cxn modelId="{2974CBB9-6E60-4520-8D07-85FA774EB9F3}" type="presOf" srcId="{D0E7D615-C16E-4D29-B2F3-D3129E4B53E3}" destId="{8EB297F1-FB30-4D88-81F8-9828BD871AC0}" srcOrd="0" destOrd="0" presId="urn:microsoft.com/office/officeart/2005/8/layout/StepDownProcess"/>
    <dgm:cxn modelId="{6DD0EE0E-AE8D-4F45-AFB1-0E78D8DEFD54}" srcId="{F77D03CC-28F0-45C2-ABC3-5DB14CDFE9F3}" destId="{D4A96BC0-B805-4C4D-BEF0-0F8FB4CDB76A}" srcOrd="0" destOrd="0" parTransId="{4E0A41C0-C1A6-4014-B4E6-77C5E31E61D4}" sibTransId="{57986125-11FB-48F9-8276-0E1646AB1CE1}"/>
    <dgm:cxn modelId="{02908486-C1D9-46C2-834D-DB9AA4A3BDF5}" type="presOf" srcId="{CB3B52A2-EC83-4078-8A53-F85560F45886}" destId="{759F43DB-38E7-4098-816A-4FBD7C8204AC}" srcOrd="0" destOrd="0" presId="urn:microsoft.com/office/officeart/2005/8/layout/StepDownProcess"/>
    <dgm:cxn modelId="{B7E72DE9-9A85-4AB7-9808-AAB80DEF6BC5}" type="presOf" srcId="{D4A96BC0-B805-4C4D-BEF0-0F8FB4CDB76A}" destId="{B5501030-515B-4C6F-A133-C7C742BE7744}" srcOrd="0" destOrd="0" presId="urn:microsoft.com/office/officeart/2005/8/layout/StepDownProcess"/>
    <dgm:cxn modelId="{48640A64-77FC-4445-90FE-FB295D22A85C}" type="presOf" srcId="{5E0284BC-3D76-47D7-81F0-5AD7CC7D097D}" destId="{F2A4A13B-47CE-48B4-88C6-64FC1B5801C6}" srcOrd="0" destOrd="0" presId="urn:microsoft.com/office/officeart/2005/8/layout/StepDownProcess"/>
    <dgm:cxn modelId="{91F9613D-1B24-4BFB-ACBA-E825C5A82336}" type="presOf" srcId="{781B7A68-572E-4BF7-95F5-9DA72B0C7D61}" destId="{638F97A1-66B4-4A53-80C9-66213CB901AD}" srcOrd="0" destOrd="0" presId="urn:microsoft.com/office/officeart/2005/8/layout/StepDownProcess"/>
    <dgm:cxn modelId="{57BD2608-2F00-42D0-A0CF-34A7149A51BA}" srcId="{1673C174-E5B9-4C96-91FD-92550625E4C8}" destId="{F77D03CC-28F0-45C2-ABC3-5DB14CDFE9F3}" srcOrd="1" destOrd="0" parTransId="{01D80CDD-FC82-42E5-BC28-82D759ADA2C2}" sibTransId="{32EAC046-9B3F-4986-BED1-A941A82F2B82}"/>
    <dgm:cxn modelId="{444615CB-B6AF-4068-9FC2-87D4C51F083B}" type="presOf" srcId="{F77D03CC-28F0-45C2-ABC3-5DB14CDFE9F3}" destId="{67163C4B-B932-4472-8340-6E459A9AA27C}" srcOrd="0" destOrd="0" presId="urn:microsoft.com/office/officeart/2005/8/layout/StepDownProcess"/>
    <dgm:cxn modelId="{267D8C49-875F-4331-81C1-0E08D46D1F8A}" srcId="{1673C174-E5B9-4C96-91FD-92550625E4C8}" destId="{CB3B52A2-EC83-4078-8A53-F85560F45886}" srcOrd="0" destOrd="0" parTransId="{15FB1A10-BA31-420C-BF1D-5FFB1B163635}" sibTransId="{771F4B80-B260-421D-B08B-3020263BB3E9}"/>
    <dgm:cxn modelId="{6F7E574E-746D-45C3-9916-0A26389082C2}" type="presParOf" srcId="{2EEC8C96-29E5-4F54-A38B-3EE09C176351}" destId="{045421DC-E850-4093-A299-D61E5884E030}" srcOrd="0" destOrd="0" presId="urn:microsoft.com/office/officeart/2005/8/layout/StepDownProcess"/>
    <dgm:cxn modelId="{282643AD-4DDA-4E93-8CD3-6DB8CA859881}" type="presParOf" srcId="{045421DC-E850-4093-A299-D61E5884E030}" destId="{1FA2E625-F80D-4AB0-AF8E-B266AB9D0A3C}" srcOrd="0" destOrd="0" presId="urn:microsoft.com/office/officeart/2005/8/layout/StepDownProcess"/>
    <dgm:cxn modelId="{71692A6A-573A-4E53-8CA0-1D32C70D386C}" type="presParOf" srcId="{045421DC-E850-4093-A299-D61E5884E030}" destId="{759F43DB-38E7-4098-816A-4FBD7C8204AC}" srcOrd="1" destOrd="0" presId="urn:microsoft.com/office/officeart/2005/8/layout/StepDownProcess"/>
    <dgm:cxn modelId="{EAAA1475-74CB-41DC-97CC-CDCCA3A505A6}" type="presParOf" srcId="{045421DC-E850-4093-A299-D61E5884E030}" destId="{638F97A1-66B4-4A53-80C9-66213CB901AD}" srcOrd="2" destOrd="0" presId="urn:microsoft.com/office/officeart/2005/8/layout/StepDownProcess"/>
    <dgm:cxn modelId="{7F150E5F-E7C9-42D3-B719-A7BF4A0FC2EA}" type="presParOf" srcId="{2EEC8C96-29E5-4F54-A38B-3EE09C176351}" destId="{52E63560-766A-494F-B216-12B750EE0E06}" srcOrd="1" destOrd="0" presId="urn:microsoft.com/office/officeart/2005/8/layout/StepDownProcess"/>
    <dgm:cxn modelId="{F38771CB-58E6-4E34-808B-8E24DF9A6BFC}" type="presParOf" srcId="{2EEC8C96-29E5-4F54-A38B-3EE09C176351}" destId="{662F5AB5-2DBF-4447-B6F0-C0195FD7ABA5}" srcOrd="2" destOrd="0" presId="urn:microsoft.com/office/officeart/2005/8/layout/StepDownProcess"/>
    <dgm:cxn modelId="{A14B4D3D-9284-4C3A-BFF8-AFA3873088CA}" type="presParOf" srcId="{662F5AB5-2DBF-4447-B6F0-C0195FD7ABA5}" destId="{92E15E53-C10D-4DCF-9EFE-3C0738BAE6FE}" srcOrd="0" destOrd="0" presId="urn:microsoft.com/office/officeart/2005/8/layout/StepDownProcess"/>
    <dgm:cxn modelId="{1B94A73F-E7B2-423B-8F1F-4C18D8145EED}" type="presParOf" srcId="{662F5AB5-2DBF-4447-B6F0-C0195FD7ABA5}" destId="{67163C4B-B932-4472-8340-6E459A9AA27C}" srcOrd="1" destOrd="0" presId="urn:microsoft.com/office/officeart/2005/8/layout/StepDownProcess"/>
    <dgm:cxn modelId="{97E1374D-6B0A-4883-A73E-162D493169EA}" type="presParOf" srcId="{662F5AB5-2DBF-4447-B6F0-C0195FD7ABA5}" destId="{B5501030-515B-4C6F-A133-C7C742BE7744}" srcOrd="2" destOrd="0" presId="urn:microsoft.com/office/officeart/2005/8/layout/StepDownProcess"/>
    <dgm:cxn modelId="{10956ED1-F02B-42F3-84AE-D5874A025670}" type="presParOf" srcId="{2EEC8C96-29E5-4F54-A38B-3EE09C176351}" destId="{A060F056-FBFC-428F-9B7B-F184830A20CD}" srcOrd="3" destOrd="0" presId="urn:microsoft.com/office/officeart/2005/8/layout/StepDownProcess"/>
    <dgm:cxn modelId="{C10FECF3-9966-4CA1-BFEC-E069E24A4BC1}" type="presParOf" srcId="{2EEC8C96-29E5-4F54-A38B-3EE09C176351}" destId="{20062A4D-6918-46F2-885B-570A0B093426}" srcOrd="4" destOrd="0" presId="urn:microsoft.com/office/officeart/2005/8/layout/StepDownProcess"/>
    <dgm:cxn modelId="{5149A4DD-53E4-4D0E-BC81-BF3489A3374C}" type="presParOf" srcId="{20062A4D-6918-46F2-885B-570A0B093426}" destId="{8EB297F1-FB30-4D88-81F8-9828BD871AC0}" srcOrd="0" destOrd="0" presId="urn:microsoft.com/office/officeart/2005/8/layout/StepDownProcess"/>
    <dgm:cxn modelId="{53539DCF-8807-43A0-8BD6-5E821672FDD1}" type="presParOf" srcId="{20062A4D-6918-46F2-885B-570A0B093426}" destId="{F2A4A13B-47CE-48B4-88C6-64FC1B5801C6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1562E-5D44-44E2-BA1F-A2152C6450AC}">
      <dsp:nvSpPr>
        <dsp:cNvPr id="0" name=""/>
        <dsp:cNvSpPr/>
      </dsp:nvSpPr>
      <dsp:spPr>
        <a:xfrm>
          <a:off x="0" y="600074"/>
          <a:ext cx="3286125" cy="2628900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1F00FD-4D3E-402A-BE7D-848F31FF20DA}">
      <dsp:nvSpPr>
        <dsp:cNvPr id="0" name=""/>
        <dsp:cNvSpPr/>
      </dsp:nvSpPr>
      <dsp:spPr>
        <a:xfrm>
          <a:off x="295751" y="2966085"/>
          <a:ext cx="2924651" cy="920115"/>
        </a:xfrm>
        <a:prstGeom prst="wedgeRectCallout">
          <a:avLst>
            <a:gd name="adj1" fmla="val 20250"/>
            <a:gd name="adj2" fmla="val -60700"/>
          </a:avLst>
        </a:prstGeom>
        <a:solidFill>
          <a:srgbClr val="FF0000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Home</a:t>
          </a:r>
          <a:endParaRPr lang="en-US" sz="4000" kern="1200" dirty="0"/>
        </a:p>
      </dsp:txBody>
      <dsp:txXfrm>
        <a:off x="295751" y="2966085"/>
        <a:ext cx="2924651" cy="920115"/>
      </dsp:txXfrm>
    </dsp:sp>
    <dsp:sp modelId="{5564074F-B36B-4EA7-932A-F22A1718EBE6}">
      <dsp:nvSpPr>
        <dsp:cNvPr id="0" name=""/>
        <dsp:cNvSpPr/>
      </dsp:nvSpPr>
      <dsp:spPr>
        <a:xfrm>
          <a:off x="3614737" y="600074"/>
          <a:ext cx="3286125" cy="2628900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5F4A30-6131-49A9-AF66-6F2A643EF93E}">
      <dsp:nvSpPr>
        <dsp:cNvPr id="0" name=""/>
        <dsp:cNvSpPr/>
      </dsp:nvSpPr>
      <dsp:spPr>
        <a:xfrm>
          <a:off x="3910488" y="2966085"/>
          <a:ext cx="2924651" cy="920115"/>
        </a:xfrm>
        <a:prstGeom prst="wedgeRectCallout">
          <a:avLst>
            <a:gd name="adj1" fmla="val 20250"/>
            <a:gd name="adj2" fmla="val -60700"/>
          </a:avLst>
        </a:prstGeom>
        <a:solidFill>
          <a:srgbClr val="00B050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Browse</a:t>
          </a:r>
          <a:endParaRPr lang="en-US" sz="4000" kern="1200" dirty="0"/>
        </a:p>
      </dsp:txBody>
      <dsp:txXfrm>
        <a:off x="3910488" y="2966085"/>
        <a:ext cx="2924651" cy="920115"/>
      </dsp:txXfrm>
    </dsp:sp>
    <dsp:sp modelId="{D6DBB545-C547-43BF-A264-CE69357E6EBF}">
      <dsp:nvSpPr>
        <dsp:cNvPr id="0" name=""/>
        <dsp:cNvSpPr/>
      </dsp:nvSpPr>
      <dsp:spPr>
        <a:xfrm>
          <a:off x="7229475" y="600074"/>
          <a:ext cx="3286125" cy="2628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6EE7A-77AE-486C-BB44-BFA64890932A}">
      <dsp:nvSpPr>
        <dsp:cNvPr id="0" name=""/>
        <dsp:cNvSpPr/>
      </dsp:nvSpPr>
      <dsp:spPr>
        <a:xfrm>
          <a:off x="7525226" y="2966085"/>
          <a:ext cx="2924651" cy="920115"/>
        </a:xfrm>
        <a:prstGeom prst="wedgeRectCallout">
          <a:avLst>
            <a:gd name="adj1" fmla="val 20250"/>
            <a:gd name="adj2" fmla="val -60700"/>
          </a:avLst>
        </a:prstGeom>
        <a:solidFill>
          <a:srgbClr val="0070C0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Contact us</a:t>
          </a:r>
          <a:endParaRPr lang="en-US" sz="4000" kern="1200" dirty="0"/>
        </a:p>
      </dsp:txBody>
      <dsp:txXfrm>
        <a:off x="7525226" y="2966085"/>
        <a:ext cx="2924651" cy="9201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2E625-F80D-4AB0-AF8E-B266AB9D0A3C}">
      <dsp:nvSpPr>
        <dsp:cNvPr id="0" name=""/>
        <dsp:cNvSpPr/>
      </dsp:nvSpPr>
      <dsp:spPr>
        <a:xfrm rot="5400000">
          <a:off x="2434447" y="1339971"/>
          <a:ext cx="1185089" cy="134918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F43DB-38E7-4098-816A-4FBD7C8204AC}">
      <dsp:nvSpPr>
        <dsp:cNvPr id="0" name=""/>
        <dsp:cNvSpPr/>
      </dsp:nvSpPr>
      <dsp:spPr>
        <a:xfrm>
          <a:off x="2120470" y="26276"/>
          <a:ext cx="1994993" cy="1396430"/>
        </a:xfrm>
        <a:prstGeom prst="roundRect">
          <a:avLst>
            <a:gd name="adj" fmla="val 16670"/>
          </a:avLst>
        </a:prstGeom>
        <a:solidFill>
          <a:srgbClr val="00B050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err="1" smtClean="0"/>
            <a:t>ViewModel</a:t>
          </a:r>
          <a:endParaRPr lang="en-US" sz="2600" kern="1200" dirty="0"/>
        </a:p>
      </dsp:txBody>
      <dsp:txXfrm>
        <a:off x="2188650" y="94456"/>
        <a:ext cx="1858633" cy="1260070"/>
      </dsp:txXfrm>
    </dsp:sp>
    <dsp:sp modelId="{638F97A1-66B4-4A53-80C9-66213CB901AD}">
      <dsp:nvSpPr>
        <dsp:cNvPr id="0" name=""/>
        <dsp:cNvSpPr/>
      </dsp:nvSpPr>
      <dsp:spPr>
        <a:xfrm>
          <a:off x="4115463" y="159457"/>
          <a:ext cx="1450968" cy="1128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000" kern="1200" dirty="0"/>
        </a:p>
      </dsp:txBody>
      <dsp:txXfrm>
        <a:off x="4115463" y="159457"/>
        <a:ext cx="1450968" cy="1128656"/>
      </dsp:txXfrm>
    </dsp:sp>
    <dsp:sp modelId="{92E15E53-C10D-4DCF-9EFE-3C0738BAE6FE}">
      <dsp:nvSpPr>
        <dsp:cNvPr id="0" name=""/>
        <dsp:cNvSpPr/>
      </dsp:nvSpPr>
      <dsp:spPr>
        <a:xfrm rot="5400000">
          <a:off x="4088508" y="2908624"/>
          <a:ext cx="1185089" cy="134918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63C4B-B932-4472-8340-6E459A9AA27C}">
      <dsp:nvSpPr>
        <dsp:cNvPr id="0" name=""/>
        <dsp:cNvSpPr/>
      </dsp:nvSpPr>
      <dsp:spPr>
        <a:xfrm>
          <a:off x="3774531" y="1594928"/>
          <a:ext cx="1994993" cy="1396430"/>
        </a:xfrm>
        <a:prstGeom prst="roundRect">
          <a:avLst>
            <a:gd name="adj" fmla="val 16670"/>
          </a:avLst>
        </a:prstGeom>
        <a:solidFill>
          <a:srgbClr val="FFFF00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solidFill>
                <a:schemeClr val="tx1"/>
              </a:solidFill>
            </a:rPr>
            <a:t>Controller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3842711" y="1663108"/>
        <a:ext cx="1858633" cy="1260070"/>
      </dsp:txXfrm>
    </dsp:sp>
    <dsp:sp modelId="{B5501030-515B-4C6F-A133-C7C742BE7744}">
      <dsp:nvSpPr>
        <dsp:cNvPr id="0" name=""/>
        <dsp:cNvSpPr/>
      </dsp:nvSpPr>
      <dsp:spPr>
        <a:xfrm>
          <a:off x="5769525" y="1728110"/>
          <a:ext cx="1450968" cy="1128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000" kern="1200" dirty="0"/>
        </a:p>
      </dsp:txBody>
      <dsp:txXfrm>
        <a:off x="5769525" y="1728110"/>
        <a:ext cx="1450968" cy="1128656"/>
      </dsp:txXfrm>
    </dsp:sp>
    <dsp:sp modelId="{8EB297F1-FB30-4D88-81F8-9828BD871AC0}">
      <dsp:nvSpPr>
        <dsp:cNvPr id="0" name=""/>
        <dsp:cNvSpPr/>
      </dsp:nvSpPr>
      <dsp:spPr>
        <a:xfrm>
          <a:off x="5428593" y="3163581"/>
          <a:ext cx="1994993" cy="1396430"/>
        </a:xfrm>
        <a:prstGeom prst="roundRect">
          <a:avLst>
            <a:gd name="adj" fmla="val 16670"/>
          </a:avLst>
        </a:prstGeom>
        <a:solidFill>
          <a:srgbClr val="00B0F0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View</a:t>
          </a:r>
          <a:endParaRPr lang="en-US" sz="2600" kern="1200" dirty="0"/>
        </a:p>
      </dsp:txBody>
      <dsp:txXfrm>
        <a:off x="5496773" y="3231761"/>
        <a:ext cx="1858633" cy="1260070"/>
      </dsp:txXfrm>
    </dsp:sp>
    <dsp:sp modelId="{F2A4A13B-47CE-48B4-88C6-64FC1B5801C6}">
      <dsp:nvSpPr>
        <dsp:cNvPr id="0" name=""/>
        <dsp:cNvSpPr/>
      </dsp:nvSpPr>
      <dsp:spPr>
        <a:xfrm>
          <a:off x="7423586" y="3296762"/>
          <a:ext cx="1450968" cy="1128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800" kern="1200" dirty="0"/>
        </a:p>
      </dsp:txBody>
      <dsp:txXfrm>
        <a:off x="7423586" y="3296762"/>
        <a:ext cx="1450968" cy="1128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AAC4B-48D8-4E64-8433-0A439B19ED5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64AAD-EBC9-423E-8191-7113D36F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52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.dev.xbox.com/en-US/TestTools/SetCookie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Home page http://support.main.vint.xbox.com/en-US/</a:t>
            </a:r>
          </a:p>
          <a:p>
            <a:r>
              <a:rPr lang="en-US" dirty="0" smtClean="0"/>
              <a:t>AB testing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https://live.&lt;env&gt;.xbox.com/en-US/TestTools/SetCookie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cookie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EmulateABTesting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true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cookie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fakeABTesting_Parameters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{"Feature":"ContactSupportV2", "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Audiences":"all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"}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64AAD-EBC9-423E-8191-7113D36FEF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40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http://support.rtm.vint.xbox.com/en-us/xbox-360/browse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64AAD-EBC9-423E-8191-7113D36FEF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06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Browse</a:t>
            </a:r>
            <a:r>
              <a:rPr lang="en-US" baseline="0" dirty="0" smtClean="0"/>
              <a:t>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64AAD-EBC9-423E-8191-7113D36FEF8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56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461621" y="2529841"/>
            <a:ext cx="9084888" cy="1865376"/>
            <a:chOff x="1096216" y="2108201"/>
            <a:chExt cx="6813666" cy="1554480"/>
          </a:xfrm>
        </p:grpSpPr>
        <p:pic>
          <p:nvPicPr>
            <p:cNvPr id="5" name="Picture 4" descr="ieb_logo_FullLock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57"/>
            <a:stretch/>
          </p:blipFill>
          <p:spPr>
            <a:xfrm>
              <a:off x="2901950" y="2108201"/>
              <a:ext cx="5007932" cy="1554480"/>
            </a:xfrm>
            <a:prstGeom prst="rect">
              <a:avLst/>
            </a:prstGeom>
          </p:spPr>
        </p:pic>
        <p:pic>
          <p:nvPicPr>
            <p:cNvPr id="4" name="Picture 3" descr="ieb_logo_FullLock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86" r="74319"/>
            <a:stretch/>
          </p:blipFill>
          <p:spPr>
            <a:xfrm>
              <a:off x="1096216" y="2108201"/>
              <a:ext cx="1805734" cy="15410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7770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305" y="2331720"/>
            <a:ext cx="6856673" cy="1341706"/>
          </a:xfrm>
        </p:spPr>
        <p:txBody>
          <a:bodyPr anchor="b" anchorCtr="0">
            <a:normAutofit/>
          </a:bodyPr>
          <a:lstStyle>
            <a:lvl1pPr>
              <a:defRPr sz="3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2305" y="3563357"/>
            <a:ext cx="6856673" cy="1923042"/>
          </a:xfrm>
        </p:spPr>
        <p:txBody>
          <a:bodyPr>
            <a:normAutofit/>
          </a:bodyPr>
          <a:lstStyle>
            <a:lvl1pPr marL="0" indent="0" algn="l">
              <a:spcBef>
                <a:spcPts val="36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2755C-2540-4F74-BF53-F2B16B1F119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241E-0186-4B14-9E5F-B710C62B5DEF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 rot="5400000" flipH="1">
            <a:off x="8691898" y="1024286"/>
            <a:ext cx="4524388" cy="2475820"/>
            <a:chOff x="5373678" y="0"/>
            <a:chExt cx="3770323" cy="1856865"/>
          </a:xfrm>
        </p:grpSpPr>
        <p:sp>
          <p:nvSpPr>
            <p:cNvPr id="15" name="Rectangle 14"/>
            <p:cNvSpPr/>
            <p:nvPr/>
          </p:nvSpPr>
          <p:spPr>
            <a:xfrm rot="5400000" flipH="1">
              <a:off x="6330414" y="-956726"/>
              <a:ext cx="1856861" cy="3770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6" name="Text Placeholder 9"/>
            <p:cNvSpPr txBox="1">
              <a:spLocks/>
            </p:cNvSpPr>
            <p:nvPr/>
          </p:nvSpPr>
          <p:spPr>
            <a:xfrm rot="5400000" flipH="1" flipV="1">
              <a:off x="5426760" y="-53082"/>
              <a:ext cx="1623430" cy="1729593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547FBB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17" name="Text Placeholder 11"/>
            <p:cNvSpPr txBox="1">
              <a:spLocks/>
            </p:cNvSpPr>
            <p:nvPr/>
          </p:nvSpPr>
          <p:spPr>
            <a:xfrm rot="5400000" flipH="1" flipV="1">
              <a:off x="7701455" y="414319"/>
              <a:ext cx="1249118" cy="1635973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rgbClr val="74BA43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3378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 marL="272416" indent="-272416">
              <a:buFont typeface="Segoe UI" pitchFamily="34" charset="0"/>
              <a:buChar char="-"/>
              <a:defRPr>
                <a:solidFill>
                  <a:schemeClr val="tx1"/>
                </a:solidFill>
              </a:defRPr>
            </a:lvl2pPr>
            <a:lvl3pPr marL="552450" indent="-280036"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2755C-2540-4F74-BF53-F2B16B1F119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241E-0186-4B14-9E5F-B710C62B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84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5" y="3563358"/>
            <a:ext cx="6856673" cy="1923040"/>
          </a:xfrm>
        </p:spPr>
        <p:txBody>
          <a:bodyPr anchor="t">
            <a:normAutofit/>
          </a:bodyPr>
          <a:lstStyle>
            <a:lvl1pPr algn="l">
              <a:defRPr sz="336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305" y="2331722"/>
            <a:ext cx="6856673" cy="1341707"/>
          </a:xfrm>
        </p:spPr>
        <p:txBody>
          <a:bodyPr anchor="b"/>
          <a:lstStyle>
            <a:lvl1pPr marL="0" indent="0">
              <a:spcBef>
                <a:spcPts val="36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2755C-2540-4F74-BF53-F2B16B1F119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241E-0186-4B14-9E5F-B710C62B5DEF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 rot="5400000" flipH="1">
            <a:off x="8691898" y="1024286"/>
            <a:ext cx="4524388" cy="2475820"/>
            <a:chOff x="5373678" y="0"/>
            <a:chExt cx="3770323" cy="1856865"/>
          </a:xfrm>
        </p:grpSpPr>
        <p:sp>
          <p:nvSpPr>
            <p:cNvPr id="15" name="Rectangle 14"/>
            <p:cNvSpPr/>
            <p:nvPr/>
          </p:nvSpPr>
          <p:spPr>
            <a:xfrm rot="5400000" flipH="1">
              <a:off x="6330414" y="-956726"/>
              <a:ext cx="1856861" cy="3770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6" name="Text Placeholder 9"/>
            <p:cNvSpPr txBox="1">
              <a:spLocks/>
            </p:cNvSpPr>
            <p:nvPr/>
          </p:nvSpPr>
          <p:spPr>
            <a:xfrm rot="5400000" flipH="1" flipV="1">
              <a:off x="5426760" y="-53082"/>
              <a:ext cx="1623430" cy="1729593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547FBB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17" name="Text Placeholder 11"/>
            <p:cNvSpPr txBox="1">
              <a:spLocks/>
            </p:cNvSpPr>
            <p:nvPr/>
          </p:nvSpPr>
          <p:spPr>
            <a:xfrm rot="5400000" flipH="1" flipV="1">
              <a:off x="7701455" y="414319"/>
              <a:ext cx="1249118" cy="1635973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rgbClr val="74BA43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0050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2755C-2540-4F74-BF53-F2B16B1F119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241E-0186-4B14-9E5F-B710C62B5D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99017" y="1223010"/>
            <a:ext cx="5348816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243285" y="1223010"/>
            <a:ext cx="5348816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69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2755C-2540-4F74-BF53-F2B16B1F119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241E-0186-4B14-9E5F-B710C62B5D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99021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4376213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1"/>
          <p:cNvSpPr>
            <a:spLocks noGrp="1"/>
          </p:cNvSpPr>
          <p:nvPr>
            <p:ph sz="quarter" idx="17"/>
          </p:nvPr>
        </p:nvSpPr>
        <p:spPr>
          <a:xfrm>
            <a:off x="8153403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20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2755C-2540-4F74-BF53-F2B16B1F119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241E-0186-4B14-9E5F-B710C62B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01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99017" y="1223010"/>
            <a:ext cx="4021667" cy="4585336"/>
          </a:xfrm>
        </p:spPr>
        <p:txBody>
          <a:bodyPr>
            <a:normAutofit/>
          </a:bodyPr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sz="1320"/>
            </a:lvl4pPr>
            <a:lvl5pPr>
              <a:defRPr sz="132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hart Placeholder 10"/>
          <p:cNvSpPr>
            <a:spLocks noGrp="1"/>
          </p:cNvSpPr>
          <p:nvPr>
            <p:ph type="chart" sz="quarter" idx="13"/>
          </p:nvPr>
        </p:nvSpPr>
        <p:spPr>
          <a:xfrm>
            <a:off x="4766733" y="388620"/>
            <a:ext cx="6826251" cy="5419726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19" y="387930"/>
            <a:ext cx="4021668" cy="835082"/>
          </a:xfrm>
        </p:spPr>
        <p:txBody>
          <a:bodyPr anchor="t" anchorCtr="0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2755C-2540-4F74-BF53-F2B16B1F119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241E-0186-4B14-9E5F-B710C62B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01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9018" y="387929"/>
            <a:ext cx="10993965" cy="5420220"/>
          </a:xfrm>
        </p:spPr>
        <p:txBody>
          <a:bodyPr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2755C-2540-4F74-BF53-F2B16B1F119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241E-0186-4B14-9E5F-B710C62B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17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2755C-2540-4F74-BF53-F2B16B1F119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241E-0186-4B14-9E5F-B710C62B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36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058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eb_logo_FullLock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86" r="74319"/>
          <a:stretch/>
        </p:blipFill>
        <p:spPr>
          <a:xfrm>
            <a:off x="3104155" y="1030055"/>
            <a:ext cx="6277637" cy="482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12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461621" y="2529841"/>
            <a:ext cx="9084888" cy="1865376"/>
            <a:chOff x="1096216" y="2108201"/>
            <a:chExt cx="6813666" cy="1554480"/>
          </a:xfrm>
        </p:grpSpPr>
        <p:pic>
          <p:nvPicPr>
            <p:cNvPr id="5" name="Picture 4" descr="ieb_logo_FullLock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57"/>
            <a:stretch/>
          </p:blipFill>
          <p:spPr>
            <a:xfrm>
              <a:off x="2901950" y="2108201"/>
              <a:ext cx="5007932" cy="1554480"/>
            </a:xfrm>
            <a:prstGeom prst="rect">
              <a:avLst/>
            </a:prstGeom>
          </p:spPr>
        </p:pic>
        <p:pic>
          <p:nvPicPr>
            <p:cNvPr id="4" name="Picture 3" descr="ieb_logo_FullLock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86" r="74319"/>
            <a:stretch/>
          </p:blipFill>
          <p:spPr>
            <a:xfrm>
              <a:off x="1096216" y="2108201"/>
              <a:ext cx="1805734" cy="15410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2542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305" y="2331720"/>
            <a:ext cx="6856673" cy="1341706"/>
          </a:xfrm>
        </p:spPr>
        <p:txBody>
          <a:bodyPr anchor="b" anchorCtr="0">
            <a:normAutofit/>
          </a:bodyPr>
          <a:lstStyle>
            <a:lvl1pPr>
              <a:defRPr sz="3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2305" y="3563357"/>
            <a:ext cx="6856673" cy="1923042"/>
          </a:xfrm>
        </p:spPr>
        <p:txBody>
          <a:bodyPr>
            <a:normAutofit/>
          </a:bodyPr>
          <a:lstStyle>
            <a:lvl1pPr marL="0" indent="0" algn="l">
              <a:spcBef>
                <a:spcPts val="36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2156-60F2-4F84-8044-AAEF6BEDBE16}" type="datetime1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 rot="5400000" flipH="1">
            <a:off x="8691898" y="1024286"/>
            <a:ext cx="4524388" cy="2475820"/>
            <a:chOff x="5373678" y="0"/>
            <a:chExt cx="3770323" cy="1856865"/>
          </a:xfrm>
        </p:grpSpPr>
        <p:sp>
          <p:nvSpPr>
            <p:cNvPr id="15" name="Rectangle 14"/>
            <p:cNvSpPr/>
            <p:nvPr/>
          </p:nvSpPr>
          <p:spPr>
            <a:xfrm rot="5400000" flipH="1">
              <a:off x="6330414" y="-956726"/>
              <a:ext cx="1856861" cy="3770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6" name="Text Placeholder 9"/>
            <p:cNvSpPr txBox="1">
              <a:spLocks/>
            </p:cNvSpPr>
            <p:nvPr/>
          </p:nvSpPr>
          <p:spPr>
            <a:xfrm rot="5400000" flipH="1" flipV="1">
              <a:off x="5426760" y="-53082"/>
              <a:ext cx="1623430" cy="1729593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74BA43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17" name="Text Placeholder 11"/>
            <p:cNvSpPr txBox="1">
              <a:spLocks/>
            </p:cNvSpPr>
            <p:nvPr/>
          </p:nvSpPr>
          <p:spPr>
            <a:xfrm rot="5400000" flipH="1" flipV="1">
              <a:off x="7701455" y="414319"/>
              <a:ext cx="1249118" cy="1635973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rgbClr val="F47321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1832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F562-6357-490C-9A14-45C5F4CA159D}" type="datetime1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18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5" y="3563358"/>
            <a:ext cx="6856673" cy="1923040"/>
          </a:xfrm>
        </p:spPr>
        <p:txBody>
          <a:bodyPr anchor="t">
            <a:normAutofit/>
          </a:bodyPr>
          <a:lstStyle>
            <a:lvl1pPr algn="l">
              <a:defRPr sz="336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305" y="2331722"/>
            <a:ext cx="6856673" cy="1341707"/>
          </a:xfrm>
        </p:spPr>
        <p:txBody>
          <a:bodyPr anchor="b"/>
          <a:lstStyle>
            <a:lvl1pPr marL="0" indent="0">
              <a:spcBef>
                <a:spcPts val="36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B115-8A65-4570-879D-797ED7C5574F}" type="datetime1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 rot="5400000" flipH="1">
            <a:off x="8691898" y="1024286"/>
            <a:ext cx="4524388" cy="2475820"/>
            <a:chOff x="5373678" y="0"/>
            <a:chExt cx="3770323" cy="1856865"/>
          </a:xfrm>
        </p:grpSpPr>
        <p:sp>
          <p:nvSpPr>
            <p:cNvPr id="15" name="Rectangle 14"/>
            <p:cNvSpPr/>
            <p:nvPr/>
          </p:nvSpPr>
          <p:spPr>
            <a:xfrm rot="5400000" flipH="1">
              <a:off x="6330414" y="-956726"/>
              <a:ext cx="1856861" cy="3770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6" name="Text Placeholder 9"/>
            <p:cNvSpPr txBox="1">
              <a:spLocks/>
            </p:cNvSpPr>
            <p:nvPr/>
          </p:nvSpPr>
          <p:spPr>
            <a:xfrm rot="5400000" flipH="1" flipV="1">
              <a:off x="5426760" y="-53082"/>
              <a:ext cx="1623430" cy="1729593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74BA43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17" name="Text Placeholder 11"/>
            <p:cNvSpPr txBox="1">
              <a:spLocks/>
            </p:cNvSpPr>
            <p:nvPr/>
          </p:nvSpPr>
          <p:spPr>
            <a:xfrm rot="5400000" flipH="1" flipV="1">
              <a:off x="7701455" y="414319"/>
              <a:ext cx="1249118" cy="1635973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rgbClr val="F47321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3553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691AD-8359-4EC2-983D-7CAD06E040C5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99017" y="1223010"/>
            <a:ext cx="5348816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243285" y="1223010"/>
            <a:ext cx="5348816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65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3097-4E1B-4F1B-AAC1-F36FD1A2D203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99021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4376213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1"/>
          <p:cNvSpPr>
            <a:spLocks noGrp="1"/>
          </p:cNvSpPr>
          <p:nvPr>
            <p:ph sz="quarter" idx="17"/>
          </p:nvPr>
        </p:nvSpPr>
        <p:spPr>
          <a:xfrm>
            <a:off x="8153403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07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2CDAA-5CD6-4289-84F5-36AC2A6F92DA}" type="datetime1">
              <a:rPr lang="en-US" smtClean="0"/>
              <a:t>4/18/2013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58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99017" y="1223010"/>
            <a:ext cx="4021667" cy="4585336"/>
          </a:xfrm>
        </p:spPr>
        <p:txBody>
          <a:bodyPr>
            <a:normAutofit/>
          </a:bodyPr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sz="1320"/>
            </a:lvl4pPr>
            <a:lvl5pPr>
              <a:defRPr sz="132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hart Placeholder 10"/>
          <p:cNvSpPr>
            <a:spLocks noGrp="1"/>
          </p:cNvSpPr>
          <p:nvPr>
            <p:ph type="chart" sz="quarter" idx="13"/>
          </p:nvPr>
        </p:nvSpPr>
        <p:spPr>
          <a:xfrm>
            <a:off x="4766733" y="388620"/>
            <a:ext cx="6826251" cy="5419726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19" y="387930"/>
            <a:ext cx="4021668" cy="835082"/>
          </a:xfrm>
        </p:spPr>
        <p:txBody>
          <a:bodyPr anchor="t" anchorCtr="0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153DF-2156-4717-8409-45C3EA788C9A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16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9018" y="387929"/>
            <a:ext cx="10993965" cy="5420220"/>
          </a:xfrm>
        </p:spPr>
        <p:txBody>
          <a:bodyPr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6C73-D7EB-4528-B38F-2B393E3786A3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47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3852D-1B13-4BA9-9FE8-AB973A8524FA}" type="datetime1">
              <a:rPr lang="en-US" smtClean="0"/>
              <a:t>4/18/2013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02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eb_logo_FullLock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86" r="74319"/>
          <a:stretch/>
        </p:blipFill>
        <p:spPr>
          <a:xfrm>
            <a:off x="3104155" y="1030055"/>
            <a:ext cx="6277637" cy="482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60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461621" y="2529841"/>
            <a:ext cx="9084888" cy="1865376"/>
            <a:chOff x="1096216" y="2108201"/>
            <a:chExt cx="6813666" cy="1554480"/>
          </a:xfrm>
        </p:grpSpPr>
        <p:pic>
          <p:nvPicPr>
            <p:cNvPr id="5" name="Picture 4" descr="ieb_logo_FullLock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57"/>
            <a:stretch/>
          </p:blipFill>
          <p:spPr>
            <a:xfrm>
              <a:off x="2901950" y="2108201"/>
              <a:ext cx="5007932" cy="1554480"/>
            </a:xfrm>
            <a:prstGeom prst="rect">
              <a:avLst/>
            </a:prstGeom>
          </p:spPr>
        </p:pic>
        <p:pic>
          <p:nvPicPr>
            <p:cNvPr id="4" name="Picture 3" descr="ieb_logo_FullLock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86" r="74319"/>
            <a:stretch/>
          </p:blipFill>
          <p:spPr>
            <a:xfrm>
              <a:off x="1096216" y="2108201"/>
              <a:ext cx="1805734" cy="15410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3077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305" y="2331720"/>
            <a:ext cx="6856673" cy="1341706"/>
          </a:xfrm>
        </p:spPr>
        <p:txBody>
          <a:bodyPr anchor="b" anchorCtr="0">
            <a:normAutofit/>
          </a:bodyPr>
          <a:lstStyle>
            <a:lvl1pPr>
              <a:defRPr sz="3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2305" y="3563357"/>
            <a:ext cx="6856673" cy="1923042"/>
          </a:xfrm>
        </p:spPr>
        <p:txBody>
          <a:bodyPr>
            <a:normAutofit/>
          </a:bodyPr>
          <a:lstStyle>
            <a:lvl1pPr marL="0" indent="0" algn="l">
              <a:spcBef>
                <a:spcPts val="36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2156-60F2-4F84-8044-AAEF6BEDBE16}" type="datetime1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 rot="5400000" flipH="1">
            <a:off x="8691898" y="1024286"/>
            <a:ext cx="4524388" cy="2475820"/>
            <a:chOff x="5373678" y="0"/>
            <a:chExt cx="3770323" cy="1856865"/>
          </a:xfrm>
        </p:grpSpPr>
        <p:sp>
          <p:nvSpPr>
            <p:cNvPr id="15" name="Rectangle 14"/>
            <p:cNvSpPr/>
            <p:nvPr/>
          </p:nvSpPr>
          <p:spPr>
            <a:xfrm rot="5400000" flipH="1">
              <a:off x="6330414" y="-956726"/>
              <a:ext cx="1856861" cy="3770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6" name="Text Placeholder 9"/>
            <p:cNvSpPr txBox="1">
              <a:spLocks/>
            </p:cNvSpPr>
            <p:nvPr/>
          </p:nvSpPr>
          <p:spPr>
            <a:xfrm rot="5400000" flipH="1" flipV="1">
              <a:off x="5426760" y="-53082"/>
              <a:ext cx="1623430" cy="1729593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F47321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17" name="Text Placeholder 11"/>
            <p:cNvSpPr txBox="1">
              <a:spLocks/>
            </p:cNvSpPr>
            <p:nvPr/>
          </p:nvSpPr>
          <p:spPr>
            <a:xfrm rot="5400000" flipH="1" flipV="1">
              <a:off x="7701455" y="414319"/>
              <a:ext cx="1249118" cy="1635973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rgbClr val="EC008C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6713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F562-6357-490C-9A14-45C5F4CA159D}" type="datetime1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78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5" y="3563358"/>
            <a:ext cx="6856673" cy="1923040"/>
          </a:xfrm>
        </p:spPr>
        <p:txBody>
          <a:bodyPr anchor="t">
            <a:normAutofit/>
          </a:bodyPr>
          <a:lstStyle>
            <a:lvl1pPr algn="l">
              <a:defRPr sz="336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305" y="2331722"/>
            <a:ext cx="6856673" cy="1341707"/>
          </a:xfrm>
        </p:spPr>
        <p:txBody>
          <a:bodyPr anchor="b"/>
          <a:lstStyle>
            <a:lvl1pPr marL="0" indent="0">
              <a:spcBef>
                <a:spcPts val="36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B115-8A65-4570-879D-797ED7C5574F}" type="datetime1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 rot="5400000" flipH="1">
            <a:off x="8691898" y="1024286"/>
            <a:ext cx="4524388" cy="2475820"/>
            <a:chOff x="5373678" y="0"/>
            <a:chExt cx="3770323" cy="1856865"/>
          </a:xfrm>
        </p:grpSpPr>
        <p:sp>
          <p:nvSpPr>
            <p:cNvPr id="15" name="Rectangle 14"/>
            <p:cNvSpPr/>
            <p:nvPr/>
          </p:nvSpPr>
          <p:spPr>
            <a:xfrm rot="5400000" flipH="1">
              <a:off x="6330414" y="-956726"/>
              <a:ext cx="1856861" cy="3770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6" name="Text Placeholder 9"/>
            <p:cNvSpPr txBox="1">
              <a:spLocks/>
            </p:cNvSpPr>
            <p:nvPr/>
          </p:nvSpPr>
          <p:spPr>
            <a:xfrm rot="5400000" flipH="1" flipV="1">
              <a:off x="5426760" y="-53082"/>
              <a:ext cx="1623430" cy="1729593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F47321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17" name="Text Placeholder 11"/>
            <p:cNvSpPr txBox="1">
              <a:spLocks/>
            </p:cNvSpPr>
            <p:nvPr/>
          </p:nvSpPr>
          <p:spPr>
            <a:xfrm rot="5400000" flipH="1" flipV="1">
              <a:off x="7701455" y="414319"/>
              <a:ext cx="1249118" cy="1635973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rgbClr val="EC008C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7334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691AD-8359-4EC2-983D-7CAD06E040C5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99017" y="1223010"/>
            <a:ext cx="5348816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243285" y="1223010"/>
            <a:ext cx="5348816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28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3097-4E1B-4F1B-AAC1-F36FD1A2D203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99021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4376213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1"/>
          <p:cNvSpPr>
            <a:spLocks noGrp="1"/>
          </p:cNvSpPr>
          <p:nvPr>
            <p:ph sz="quarter" idx="17"/>
          </p:nvPr>
        </p:nvSpPr>
        <p:spPr>
          <a:xfrm>
            <a:off x="8153403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0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2CDAA-5CD6-4289-84F5-36AC2A6F92DA}" type="datetime1">
              <a:rPr lang="en-US" smtClean="0"/>
              <a:t>4/18/2013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99017" y="1223010"/>
            <a:ext cx="4021667" cy="4585336"/>
          </a:xfrm>
        </p:spPr>
        <p:txBody>
          <a:bodyPr>
            <a:normAutofit/>
          </a:bodyPr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sz="1320"/>
            </a:lvl4pPr>
            <a:lvl5pPr>
              <a:defRPr sz="132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hart Placeholder 10"/>
          <p:cNvSpPr>
            <a:spLocks noGrp="1"/>
          </p:cNvSpPr>
          <p:nvPr>
            <p:ph type="chart" sz="quarter" idx="13"/>
          </p:nvPr>
        </p:nvSpPr>
        <p:spPr>
          <a:xfrm>
            <a:off x="4766733" y="388620"/>
            <a:ext cx="6826251" cy="5419726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19" y="387930"/>
            <a:ext cx="4021668" cy="835082"/>
          </a:xfrm>
        </p:spPr>
        <p:txBody>
          <a:bodyPr anchor="t" anchorCtr="0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153DF-2156-4717-8409-45C3EA788C9A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9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9018" y="387929"/>
            <a:ext cx="10993965" cy="5420220"/>
          </a:xfrm>
        </p:spPr>
        <p:txBody>
          <a:bodyPr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6C73-D7EB-4528-B38F-2B393E3786A3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9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3852D-1B13-4BA9-9FE8-AB973A8524FA}" type="datetime1">
              <a:rPr lang="en-US" smtClean="0"/>
              <a:t>4/18/2013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34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eb_logo_FullLock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86" r="74319"/>
          <a:stretch/>
        </p:blipFill>
        <p:spPr>
          <a:xfrm>
            <a:off x="3104155" y="1030055"/>
            <a:ext cx="6277637" cy="482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18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461621" y="2529841"/>
            <a:ext cx="9084888" cy="1865376"/>
            <a:chOff x="1096216" y="2108201"/>
            <a:chExt cx="6813666" cy="1554480"/>
          </a:xfrm>
        </p:grpSpPr>
        <p:pic>
          <p:nvPicPr>
            <p:cNvPr id="5" name="Picture 4" descr="ieb_logo_FullLock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57"/>
            <a:stretch/>
          </p:blipFill>
          <p:spPr>
            <a:xfrm>
              <a:off x="2901950" y="2108201"/>
              <a:ext cx="5007932" cy="1554480"/>
            </a:xfrm>
            <a:prstGeom prst="rect">
              <a:avLst/>
            </a:prstGeom>
          </p:spPr>
        </p:pic>
        <p:pic>
          <p:nvPicPr>
            <p:cNvPr id="4" name="Picture 3" descr="ieb_logo_FullLock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86" r="74319"/>
            <a:stretch/>
          </p:blipFill>
          <p:spPr>
            <a:xfrm>
              <a:off x="1096216" y="2108201"/>
              <a:ext cx="1805734" cy="15410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2255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305" y="2331720"/>
            <a:ext cx="6856673" cy="1341706"/>
          </a:xfrm>
        </p:spPr>
        <p:txBody>
          <a:bodyPr anchor="b" anchorCtr="0">
            <a:normAutofit/>
          </a:bodyPr>
          <a:lstStyle>
            <a:lvl1pPr>
              <a:defRPr sz="3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2305" y="3563357"/>
            <a:ext cx="6856673" cy="1923042"/>
          </a:xfrm>
        </p:spPr>
        <p:txBody>
          <a:bodyPr>
            <a:normAutofit/>
          </a:bodyPr>
          <a:lstStyle>
            <a:lvl1pPr marL="0" indent="0" algn="l">
              <a:spcBef>
                <a:spcPts val="36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2156-60F2-4F84-8044-AAEF6BEDBE16}" type="datetime1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 rot="5400000" flipH="1">
            <a:off x="8691898" y="1024286"/>
            <a:ext cx="4524388" cy="2475820"/>
            <a:chOff x="5373678" y="0"/>
            <a:chExt cx="3770323" cy="1856865"/>
          </a:xfrm>
        </p:grpSpPr>
        <p:sp>
          <p:nvSpPr>
            <p:cNvPr id="16" name="Rectangle 15"/>
            <p:cNvSpPr/>
            <p:nvPr/>
          </p:nvSpPr>
          <p:spPr>
            <a:xfrm rot="5400000" flipH="1">
              <a:off x="6330414" y="-956726"/>
              <a:ext cx="1856861" cy="3770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7" name="Text Placeholder 9"/>
            <p:cNvSpPr txBox="1">
              <a:spLocks/>
            </p:cNvSpPr>
            <p:nvPr/>
          </p:nvSpPr>
          <p:spPr>
            <a:xfrm rot="5400000" flipH="1" flipV="1">
              <a:off x="5426760" y="-53082"/>
              <a:ext cx="1623430" cy="1729593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EC008C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18" name="Text Placeholder 11"/>
            <p:cNvSpPr txBox="1">
              <a:spLocks/>
            </p:cNvSpPr>
            <p:nvPr/>
          </p:nvSpPr>
          <p:spPr>
            <a:xfrm rot="5400000" flipH="1" flipV="1">
              <a:off x="7701455" y="414319"/>
              <a:ext cx="1249118" cy="1635973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/>
            <a:lstStyle>
              <a:defPPr>
                <a:defRPr lang="en-US"/>
              </a:defPPr>
              <a:lvl1pPr lvl="0" indent="0">
                <a:spcBef>
                  <a:spcPct val="20000"/>
                </a:spcBef>
                <a:buFont typeface="Arial" pitchFamily="34" charset="0"/>
                <a:buNone/>
                <a:defRPr>
                  <a:solidFill>
                    <a:schemeClr val="tx2">
                      <a:lumMod val="60000"/>
                      <a:lumOff val="40000"/>
                      <a:alpha val="0"/>
                    </a:schemeClr>
                  </a:solidFill>
                </a:defRPr>
              </a:lvl1pPr>
              <a:lvl2pPr marL="227013" indent="-227013">
                <a:spcBef>
                  <a:spcPct val="20000"/>
                </a:spcBef>
                <a:buFont typeface="Arial" pitchFamily="34" charset="0"/>
                <a:buChar char="•"/>
                <a:defRPr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2pPr>
              <a:lvl3pPr marL="460375" indent="-233363">
                <a:spcBef>
                  <a:spcPct val="20000"/>
                </a:spcBef>
                <a:buFont typeface="Arial" pitchFamily="34" charset="0"/>
                <a:buChar char="•"/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3pPr>
              <a:lvl4pPr marL="685800" indent="-228600">
                <a:spcBef>
                  <a:spcPct val="20000"/>
                </a:spcBef>
                <a:buFont typeface="Arial" pitchFamily="34" charset="0"/>
                <a:buChar char="•"/>
                <a:defRPr sz="140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4pPr>
              <a:lvl5pPr marL="915988" indent="-228600">
                <a:spcBef>
                  <a:spcPct val="20000"/>
                </a:spcBef>
                <a:buFont typeface="Arial" pitchFamily="34" charset="0"/>
                <a:buChar char="•"/>
                <a:defRPr sz="140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lvl="0"/>
              <a:r>
                <a:rPr lang="en-US" sz="1200" dirty="0" smtClean="0"/>
                <a:t>Shape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98123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F562-6357-490C-9A14-45C5F4CA159D}" type="datetime1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74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5" y="3563358"/>
            <a:ext cx="6856673" cy="1923040"/>
          </a:xfrm>
        </p:spPr>
        <p:txBody>
          <a:bodyPr anchor="t">
            <a:normAutofit/>
          </a:bodyPr>
          <a:lstStyle>
            <a:lvl1pPr algn="l">
              <a:defRPr sz="336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305" y="2331722"/>
            <a:ext cx="6856673" cy="1341707"/>
          </a:xfrm>
        </p:spPr>
        <p:txBody>
          <a:bodyPr anchor="b"/>
          <a:lstStyle>
            <a:lvl1pPr marL="0" indent="0">
              <a:spcBef>
                <a:spcPts val="36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B115-8A65-4570-879D-797ED7C5574F}" type="datetime1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 rot="5400000" flipH="1">
            <a:off x="8691898" y="1024286"/>
            <a:ext cx="4524388" cy="2475820"/>
            <a:chOff x="5373678" y="0"/>
            <a:chExt cx="3770323" cy="1856865"/>
          </a:xfrm>
        </p:grpSpPr>
        <p:sp>
          <p:nvSpPr>
            <p:cNvPr id="16" name="Rectangle 15"/>
            <p:cNvSpPr/>
            <p:nvPr/>
          </p:nvSpPr>
          <p:spPr>
            <a:xfrm rot="5400000" flipH="1">
              <a:off x="6330414" y="-956726"/>
              <a:ext cx="1856861" cy="3770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7" name="Text Placeholder 9"/>
            <p:cNvSpPr txBox="1">
              <a:spLocks/>
            </p:cNvSpPr>
            <p:nvPr/>
          </p:nvSpPr>
          <p:spPr>
            <a:xfrm rot="5400000" flipH="1" flipV="1">
              <a:off x="5426760" y="-53082"/>
              <a:ext cx="1623430" cy="1729593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EC008C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18" name="Text Placeholder 11"/>
            <p:cNvSpPr txBox="1">
              <a:spLocks/>
            </p:cNvSpPr>
            <p:nvPr/>
          </p:nvSpPr>
          <p:spPr>
            <a:xfrm rot="5400000" flipH="1" flipV="1">
              <a:off x="7701455" y="414319"/>
              <a:ext cx="1249118" cy="1635973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/>
            <a:lstStyle>
              <a:defPPr>
                <a:defRPr lang="en-US"/>
              </a:defPPr>
              <a:lvl1pPr lvl="0" indent="0">
                <a:spcBef>
                  <a:spcPct val="20000"/>
                </a:spcBef>
                <a:buFont typeface="Arial" pitchFamily="34" charset="0"/>
                <a:buNone/>
                <a:defRPr>
                  <a:solidFill>
                    <a:schemeClr val="tx2">
                      <a:lumMod val="60000"/>
                      <a:lumOff val="40000"/>
                      <a:alpha val="0"/>
                    </a:schemeClr>
                  </a:solidFill>
                </a:defRPr>
              </a:lvl1pPr>
              <a:lvl2pPr marL="227013" indent="-227013">
                <a:spcBef>
                  <a:spcPct val="20000"/>
                </a:spcBef>
                <a:buFont typeface="Arial" pitchFamily="34" charset="0"/>
                <a:buChar char="•"/>
                <a:defRPr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2pPr>
              <a:lvl3pPr marL="460375" indent="-233363">
                <a:spcBef>
                  <a:spcPct val="20000"/>
                </a:spcBef>
                <a:buFont typeface="Arial" pitchFamily="34" charset="0"/>
                <a:buChar char="•"/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3pPr>
              <a:lvl4pPr marL="685800" indent="-228600">
                <a:spcBef>
                  <a:spcPct val="20000"/>
                </a:spcBef>
                <a:buFont typeface="Arial" pitchFamily="34" charset="0"/>
                <a:buChar char="•"/>
                <a:defRPr sz="140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4pPr>
              <a:lvl5pPr marL="915988" indent="-228600">
                <a:spcBef>
                  <a:spcPct val="20000"/>
                </a:spcBef>
                <a:buFont typeface="Arial" pitchFamily="34" charset="0"/>
                <a:buChar char="•"/>
                <a:defRPr sz="140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lvl="0"/>
              <a:r>
                <a:rPr lang="en-US" sz="1200" dirty="0" smtClean="0"/>
                <a:t>Shape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83071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691AD-8359-4EC2-983D-7CAD06E040C5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99017" y="1223010"/>
            <a:ext cx="5348816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243285" y="1223010"/>
            <a:ext cx="5348816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95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3097-4E1B-4F1B-AAC1-F36FD1A2D203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99021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4376213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1"/>
          <p:cNvSpPr>
            <a:spLocks noGrp="1"/>
          </p:cNvSpPr>
          <p:nvPr>
            <p:ph sz="quarter" idx="17"/>
          </p:nvPr>
        </p:nvSpPr>
        <p:spPr>
          <a:xfrm>
            <a:off x="8153403" y="1223010"/>
            <a:ext cx="3439583" cy="45853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22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2CDAA-5CD6-4289-84F5-36AC2A6F92DA}" type="datetime1">
              <a:rPr lang="en-US" smtClean="0"/>
              <a:t>4/18/2013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42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99017" y="1223010"/>
            <a:ext cx="4021667" cy="4585336"/>
          </a:xfrm>
        </p:spPr>
        <p:txBody>
          <a:bodyPr>
            <a:normAutofit/>
          </a:bodyPr>
          <a:lstStyle>
            <a:lvl1pPr>
              <a:defRPr sz="1680"/>
            </a:lvl1pPr>
            <a:lvl2pPr>
              <a:defRPr sz="1680"/>
            </a:lvl2pPr>
            <a:lvl3pPr>
              <a:defRPr sz="1440"/>
            </a:lvl3pPr>
            <a:lvl4pPr>
              <a:defRPr sz="1320"/>
            </a:lvl4pPr>
            <a:lvl5pPr>
              <a:defRPr sz="132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hart Placeholder 10"/>
          <p:cNvSpPr>
            <a:spLocks noGrp="1"/>
          </p:cNvSpPr>
          <p:nvPr>
            <p:ph type="chart" sz="quarter" idx="13"/>
          </p:nvPr>
        </p:nvSpPr>
        <p:spPr>
          <a:xfrm>
            <a:off x="4766733" y="388620"/>
            <a:ext cx="6826251" cy="5419726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19" y="387930"/>
            <a:ext cx="4021668" cy="835082"/>
          </a:xfrm>
        </p:spPr>
        <p:txBody>
          <a:bodyPr anchor="t" anchorCtr="0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153DF-2156-4717-8409-45C3EA788C9A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00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9018" y="387929"/>
            <a:ext cx="10993965" cy="5420220"/>
          </a:xfrm>
        </p:spPr>
        <p:txBody>
          <a:bodyPr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6C73-D7EB-4528-B38F-2B393E3786A3}" type="datetime1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98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3852D-1B13-4BA9-9FE8-AB973A8524FA}" type="datetime1">
              <a:rPr lang="en-US" smtClean="0"/>
              <a:t>4/18/2013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FBC-B080-4E5A-9FD3-5849808C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46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066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eb_logo_FullLock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86" r="74319"/>
          <a:stretch/>
        </p:blipFill>
        <p:spPr>
          <a:xfrm>
            <a:off x="3104155" y="1030055"/>
            <a:ext cx="6277637" cy="482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93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6196078"/>
            <a:ext cx="12192000" cy="661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6196078"/>
            <a:ext cx="121920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017" y="387929"/>
            <a:ext cx="10241280" cy="83508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9018" y="1223011"/>
            <a:ext cx="10993965" cy="4585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8311" y="6443760"/>
            <a:ext cx="1423765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3CE2755C-2540-4F74-BF53-F2B16B1F1199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43760"/>
            <a:ext cx="3860800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5405" y="6443760"/>
            <a:ext cx="582481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ECA3241E-0186-4B14-9E5F-B710C62B5DE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88177" y="6351724"/>
            <a:ext cx="1124287" cy="351131"/>
            <a:chOff x="141130" y="5293102"/>
            <a:chExt cx="843215" cy="292609"/>
          </a:xfrm>
        </p:grpSpPr>
        <p:pic>
          <p:nvPicPr>
            <p:cNvPr id="17" name="Picture 16" descr="ieb logo small grey.png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16"/>
            <a:stretch/>
          </p:blipFill>
          <p:spPr>
            <a:xfrm>
              <a:off x="483995" y="5293103"/>
              <a:ext cx="500350" cy="292608"/>
            </a:xfrm>
            <a:prstGeom prst="rect">
              <a:avLst/>
            </a:prstGeom>
          </p:spPr>
        </p:pic>
        <p:pic>
          <p:nvPicPr>
            <p:cNvPr id="11" name="Picture 10" descr="ieb_logo_FullLock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86" r="74319"/>
            <a:stretch/>
          </p:blipFill>
          <p:spPr>
            <a:xfrm>
              <a:off x="141130" y="5293102"/>
              <a:ext cx="342865" cy="292609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 rot="16200000" flipV="1">
            <a:off x="10486899" y="498990"/>
            <a:ext cx="2204088" cy="1206113"/>
            <a:chOff x="7307261" y="-1"/>
            <a:chExt cx="1836740" cy="904585"/>
          </a:xfrm>
        </p:grpSpPr>
        <p:sp>
          <p:nvSpPr>
            <p:cNvPr id="19" name="Text Placeholder 9"/>
            <p:cNvSpPr txBox="1">
              <a:spLocks/>
            </p:cNvSpPr>
            <p:nvPr/>
          </p:nvSpPr>
          <p:spPr>
            <a:xfrm rot="5400000" flipH="1" flipV="1">
              <a:off x="7333120" y="-25860"/>
              <a:ext cx="790866" cy="842584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547FBB">
                <a:alpha val="4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20" name="Text Placeholder 11"/>
            <p:cNvSpPr txBox="1">
              <a:spLocks/>
            </p:cNvSpPr>
            <p:nvPr/>
          </p:nvSpPr>
          <p:spPr>
            <a:xfrm rot="5400000" flipH="1" flipV="1">
              <a:off x="8441254" y="201838"/>
              <a:ext cx="608517" cy="796976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rgbClr val="74BA43">
                <a:alpha val="4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</p:grpSp>
      <p:pic>
        <p:nvPicPr>
          <p:cNvPr id="21" name="Picture 2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105" y="6403844"/>
            <a:ext cx="2715684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67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109728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097280" rtl="0" eaLnBrk="1" latinLnBrk="0" hangingPunct="1">
        <a:spcBef>
          <a:spcPct val="20000"/>
        </a:spcBef>
        <a:buFont typeface="Arial" pitchFamily="34" charset="0"/>
        <a:buNone/>
        <a:defRPr sz="216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272416" indent="-272416" algn="l" defTabSz="1097280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552450" indent="-280036" algn="l" defTabSz="1097280" rtl="0" eaLnBrk="1" latinLnBrk="0" hangingPunct="1">
        <a:spcBef>
          <a:spcPct val="20000"/>
        </a:spcBef>
        <a:buFont typeface="Segoe UI" pitchFamily="34" charset="0"/>
        <a:buChar char="-"/>
        <a:defRPr sz="192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8229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168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1099186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168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6196078"/>
            <a:ext cx="12192000" cy="661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6196078"/>
            <a:ext cx="121920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017" y="387929"/>
            <a:ext cx="10241280" cy="83508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9018" y="1223011"/>
            <a:ext cx="10993965" cy="4585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8311" y="6443760"/>
            <a:ext cx="1423765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D78499D7-5CB7-4D45-879C-E0BA9DDCC500}" type="datetime1">
              <a:rPr lang="en-US" smtClean="0"/>
              <a:t>4/18/2013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43760"/>
            <a:ext cx="3860800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5405" y="6443760"/>
            <a:ext cx="582481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C4D3BFBC-B080-4E5A-9FD3-5849808C7C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88177" y="6351724"/>
            <a:ext cx="1124287" cy="351131"/>
            <a:chOff x="141130" y="5293102"/>
            <a:chExt cx="843215" cy="292609"/>
          </a:xfrm>
        </p:grpSpPr>
        <p:pic>
          <p:nvPicPr>
            <p:cNvPr id="17" name="Picture 16" descr="ieb logo small grey.png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16"/>
            <a:stretch/>
          </p:blipFill>
          <p:spPr>
            <a:xfrm>
              <a:off x="483995" y="5293103"/>
              <a:ext cx="500350" cy="292608"/>
            </a:xfrm>
            <a:prstGeom prst="rect">
              <a:avLst/>
            </a:prstGeom>
          </p:spPr>
        </p:pic>
        <p:pic>
          <p:nvPicPr>
            <p:cNvPr id="11" name="Picture 10" descr="ieb_logo_FullLock.png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86" r="74319"/>
            <a:stretch/>
          </p:blipFill>
          <p:spPr>
            <a:xfrm>
              <a:off x="141130" y="5293102"/>
              <a:ext cx="342865" cy="292609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 rot="16200000" flipV="1">
            <a:off x="10486899" y="498990"/>
            <a:ext cx="2204088" cy="1206113"/>
            <a:chOff x="7307261" y="-1"/>
            <a:chExt cx="1836740" cy="904585"/>
          </a:xfrm>
        </p:grpSpPr>
        <p:sp>
          <p:nvSpPr>
            <p:cNvPr id="21" name="Text Placeholder 9"/>
            <p:cNvSpPr txBox="1">
              <a:spLocks/>
            </p:cNvSpPr>
            <p:nvPr/>
          </p:nvSpPr>
          <p:spPr>
            <a:xfrm rot="5400000" flipH="1" flipV="1">
              <a:off x="7333120" y="-25860"/>
              <a:ext cx="790866" cy="842584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74BA43">
                <a:alpha val="4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22" name="Text Placeholder 11"/>
            <p:cNvSpPr txBox="1">
              <a:spLocks/>
            </p:cNvSpPr>
            <p:nvPr/>
          </p:nvSpPr>
          <p:spPr>
            <a:xfrm rot="5400000" flipH="1" flipV="1">
              <a:off x="8441254" y="201838"/>
              <a:ext cx="608517" cy="796976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rgbClr val="F47321">
                <a:alpha val="4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</p:grpSp>
      <p:pic>
        <p:nvPicPr>
          <p:cNvPr id="19" name="Picture 1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105" y="6403844"/>
            <a:ext cx="2715684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522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/>
  <p:txStyles>
    <p:titleStyle>
      <a:lvl1pPr algn="l" defTabSz="1097280" rtl="0" eaLnBrk="1" latinLnBrk="0" hangingPunct="1">
        <a:spcBef>
          <a:spcPct val="0"/>
        </a:spcBef>
        <a:buNone/>
        <a:defRPr sz="2400" kern="1200" cap="sm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097280" rtl="0" eaLnBrk="1" latinLnBrk="0" hangingPunct="1">
        <a:spcBef>
          <a:spcPct val="20000"/>
        </a:spcBef>
        <a:buFont typeface="Arial" pitchFamily="34" charset="0"/>
        <a:buNone/>
        <a:defRPr sz="216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272416" indent="-272416" algn="l" defTabSz="1097280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552450" indent="-280036" algn="l" defTabSz="1097280" rtl="0" eaLnBrk="1" latinLnBrk="0" hangingPunct="1">
        <a:spcBef>
          <a:spcPct val="20000"/>
        </a:spcBef>
        <a:buFont typeface="Arial" pitchFamily="34" charset="0"/>
        <a:buChar char="•"/>
        <a:defRPr sz="192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8229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168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1099186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168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6196078"/>
            <a:ext cx="12192000" cy="661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6196078"/>
            <a:ext cx="121920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017" y="387929"/>
            <a:ext cx="10241280" cy="83508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9018" y="1223011"/>
            <a:ext cx="10993965" cy="4585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8311" y="6443760"/>
            <a:ext cx="1423765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D78499D7-5CB7-4D45-879C-E0BA9DDCC500}" type="datetime1">
              <a:rPr lang="en-US" smtClean="0"/>
              <a:t>4/18/2013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43760"/>
            <a:ext cx="3860800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5405" y="6443760"/>
            <a:ext cx="582481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C4D3BFBC-B080-4E5A-9FD3-5849808C7C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88177" y="6351724"/>
            <a:ext cx="1124287" cy="351131"/>
            <a:chOff x="141130" y="5293102"/>
            <a:chExt cx="843215" cy="292609"/>
          </a:xfrm>
        </p:grpSpPr>
        <p:pic>
          <p:nvPicPr>
            <p:cNvPr id="17" name="Picture 16" descr="ieb logo small grey.png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16"/>
            <a:stretch/>
          </p:blipFill>
          <p:spPr>
            <a:xfrm>
              <a:off x="483995" y="5293103"/>
              <a:ext cx="500350" cy="292608"/>
            </a:xfrm>
            <a:prstGeom prst="rect">
              <a:avLst/>
            </a:prstGeom>
          </p:spPr>
        </p:pic>
        <p:pic>
          <p:nvPicPr>
            <p:cNvPr id="11" name="Picture 10" descr="ieb_logo_FullLock.png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86" r="74319"/>
            <a:stretch/>
          </p:blipFill>
          <p:spPr>
            <a:xfrm>
              <a:off x="141130" y="5293102"/>
              <a:ext cx="342865" cy="292609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 rot="16200000" flipV="1">
            <a:off x="10486899" y="498990"/>
            <a:ext cx="2204088" cy="1206113"/>
            <a:chOff x="7307261" y="-1"/>
            <a:chExt cx="1836740" cy="904585"/>
          </a:xfrm>
        </p:grpSpPr>
        <p:sp>
          <p:nvSpPr>
            <p:cNvPr id="21" name="Text Placeholder 9"/>
            <p:cNvSpPr txBox="1">
              <a:spLocks/>
            </p:cNvSpPr>
            <p:nvPr/>
          </p:nvSpPr>
          <p:spPr>
            <a:xfrm rot="5400000" flipH="1" flipV="1">
              <a:off x="7333120" y="-25860"/>
              <a:ext cx="790866" cy="842584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F47321">
                <a:alpha val="4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22" name="Text Placeholder 11"/>
            <p:cNvSpPr txBox="1">
              <a:spLocks/>
            </p:cNvSpPr>
            <p:nvPr/>
          </p:nvSpPr>
          <p:spPr>
            <a:xfrm rot="5400000" flipH="1" flipV="1">
              <a:off x="8441254" y="201838"/>
              <a:ext cx="608517" cy="796976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rgbClr val="EC008C">
                <a:alpha val="4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</p:grpSp>
      <p:pic>
        <p:nvPicPr>
          <p:cNvPr id="19" name="Picture 1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105" y="6403844"/>
            <a:ext cx="2715684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006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/>
  <p:txStyles>
    <p:titleStyle>
      <a:lvl1pPr algn="l" defTabSz="109728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097280" rtl="0" eaLnBrk="1" latinLnBrk="0" hangingPunct="1">
        <a:spcBef>
          <a:spcPct val="20000"/>
        </a:spcBef>
        <a:buFont typeface="Arial" pitchFamily="34" charset="0"/>
        <a:buNone/>
        <a:defRPr sz="216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272416" indent="-272416" algn="l" defTabSz="1097280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552450" indent="-280036" algn="l" defTabSz="1097280" rtl="0" eaLnBrk="1" latinLnBrk="0" hangingPunct="1">
        <a:spcBef>
          <a:spcPct val="20000"/>
        </a:spcBef>
        <a:buFont typeface="Arial" pitchFamily="34" charset="0"/>
        <a:buChar char="•"/>
        <a:defRPr sz="192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8229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168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1099186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168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6196078"/>
            <a:ext cx="12192000" cy="661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6196078"/>
            <a:ext cx="121920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017" y="387929"/>
            <a:ext cx="10241280" cy="83508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9018" y="1223011"/>
            <a:ext cx="10993965" cy="4585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8311" y="6443760"/>
            <a:ext cx="1423765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D78499D7-5CB7-4D45-879C-E0BA9DDCC500}" type="datetime1">
              <a:rPr lang="en-US" smtClean="0"/>
              <a:t>4/18/2013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43760"/>
            <a:ext cx="3860800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5405" y="6443760"/>
            <a:ext cx="582481" cy="190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C4D3BFBC-B080-4E5A-9FD3-5849808C7C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88177" y="6351724"/>
            <a:ext cx="1124287" cy="351131"/>
            <a:chOff x="141130" y="5293102"/>
            <a:chExt cx="843215" cy="292609"/>
          </a:xfrm>
        </p:grpSpPr>
        <p:pic>
          <p:nvPicPr>
            <p:cNvPr id="17" name="Picture 16" descr="ieb logo small grey.png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16"/>
            <a:stretch/>
          </p:blipFill>
          <p:spPr>
            <a:xfrm>
              <a:off x="483995" y="5293103"/>
              <a:ext cx="500350" cy="292608"/>
            </a:xfrm>
            <a:prstGeom prst="rect">
              <a:avLst/>
            </a:prstGeom>
          </p:spPr>
        </p:pic>
        <p:pic>
          <p:nvPicPr>
            <p:cNvPr id="11" name="Picture 10" descr="ieb_logo_FullLock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86" r="74319"/>
            <a:stretch/>
          </p:blipFill>
          <p:spPr>
            <a:xfrm>
              <a:off x="141130" y="5293102"/>
              <a:ext cx="342865" cy="292609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 rot="16200000" flipV="1">
            <a:off x="10486899" y="498990"/>
            <a:ext cx="2204088" cy="1206113"/>
            <a:chOff x="7307261" y="-1"/>
            <a:chExt cx="1836740" cy="904585"/>
          </a:xfrm>
        </p:grpSpPr>
        <p:sp>
          <p:nvSpPr>
            <p:cNvPr id="21" name="Text Placeholder 9"/>
            <p:cNvSpPr txBox="1">
              <a:spLocks/>
            </p:cNvSpPr>
            <p:nvPr/>
          </p:nvSpPr>
          <p:spPr>
            <a:xfrm rot="5400000" flipH="1" flipV="1">
              <a:off x="7333120" y="-25860"/>
              <a:ext cx="790866" cy="842584"/>
            </a:xfrm>
            <a:custGeom>
              <a:avLst/>
              <a:gdLst>
                <a:gd name="connsiteX0" fmla="*/ 0 w 790866"/>
                <a:gd name="connsiteY0" fmla="*/ 313532 h 627064"/>
                <a:gd name="connsiteX1" fmla="*/ 627064 w 790866"/>
                <a:gd name="connsiteY1" fmla="*/ 0 h 627064"/>
                <a:gd name="connsiteX2" fmla="*/ 627064 w 790866"/>
                <a:gd name="connsiteY2" fmla="*/ 0 h 627064"/>
                <a:gd name="connsiteX3" fmla="*/ 790866 w 790866"/>
                <a:gd name="connsiteY3" fmla="*/ 0 h 627064"/>
                <a:gd name="connsiteX4" fmla="*/ 790866 w 790866"/>
                <a:gd name="connsiteY4" fmla="*/ 627064 h 627064"/>
                <a:gd name="connsiteX5" fmla="*/ 627064 w 790866"/>
                <a:gd name="connsiteY5" fmla="*/ 627064 h 627064"/>
                <a:gd name="connsiteX6" fmla="*/ 627064 w 790866"/>
                <a:gd name="connsiteY6" fmla="*/ 627064 h 627064"/>
                <a:gd name="connsiteX7" fmla="*/ 0 w 790866"/>
                <a:gd name="connsiteY7" fmla="*/ 313532 h 627064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627064 w 790866"/>
                <a:gd name="connsiteY6" fmla="*/ 627064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627064 w 790866"/>
                <a:gd name="connsiteY5" fmla="*/ 627064 h 842170"/>
                <a:gd name="connsiteX6" fmla="*/ 546102 w 790866"/>
                <a:gd name="connsiteY6" fmla="*/ 765177 h 842170"/>
                <a:gd name="connsiteX7" fmla="*/ 0 w 790866"/>
                <a:gd name="connsiteY7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627064 w 790866"/>
                <a:gd name="connsiteY2" fmla="*/ 0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627064 w 790866"/>
                <a:gd name="connsiteY1" fmla="*/ 0 h 842170"/>
                <a:gd name="connsiteX2" fmla="*/ 393702 w 790866"/>
                <a:gd name="connsiteY2" fmla="*/ 261938 h 842170"/>
                <a:gd name="connsiteX3" fmla="*/ 790866 w 790866"/>
                <a:gd name="connsiteY3" fmla="*/ 0 h 842170"/>
                <a:gd name="connsiteX4" fmla="*/ 790866 w 790866"/>
                <a:gd name="connsiteY4" fmla="*/ 627064 h 842170"/>
                <a:gd name="connsiteX5" fmla="*/ 546102 w 790866"/>
                <a:gd name="connsiteY5" fmla="*/ 765177 h 842170"/>
                <a:gd name="connsiteX6" fmla="*/ 0 w 790866"/>
                <a:gd name="connsiteY6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546102 w 790866"/>
                <a:gd name="connsiteY4" fmla="*/ 765177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170"/>
                <a:gd name="connsiteX1" fmla="*/ 393702 w 790866"/>
                <a:gd name="connsiteY1" fmla="*/ 261938 h 842170"/>
                <a:gd name="connsiteX2" fmla="*/ 790866 w 790866"/>
                <a:gd name="connsiteY2" fmla="*/ 0 h 842170"/>
                <a:gd name="connsiteX3" fmla="*/ 790866 w 790866"/>
                <a:gd name="connsiteY3" fmla="*/ 627064 h 842170"/>
                <a:gd name="connsiteX4" fmla="*/ 498477 w 790866"/>
                <a:gd name="connsiteY4" fmla="*/ 774702 h 842170"/>
                <a:gd name="connsiteX5" fmla="*/ 0 w 790866"/>
                <a:gd name="connsiteY5" fmla="*/ 842170 h 842170"/>
                <a:gd name="connsiteX0" fmla="*/ 0 w 790866"/>
                <a:gd name="connsiteY0" fmla="*/ 842170 h 842495"/>
                <a:gd name="connsiteX1" fmla="*/ 393702 w 790866"/>
                <a:gd name="connsiteY1" fmla="*/ 261938 h 842495"/>
                <a:gd name="connsiteX2" fmla="*/ 790866 w 790866"/>
                <a:gd name="connsiteY2" fmla="*/ 0 h 842495"/>
                <a:gd name="connsiteX3" fmla="*/ 790866 w 790866"/>
                <a:gd name="connsiteY3" fmla="*/ 627064 h 842495"/>
                <a:gd name="connsiteX4" fmla="*/ 498477 w 790866"/>
                <a:gd name="connsiteY4" fmla="*/ 774702 h 842495"/>
                <a:gd name="connsiteX5" fmla="*/ 0 w 790866"/>
                <a:gd name="connsiteY5" fmla="*/ 842170 h 842495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  <a:gd name="connsiteX0" fmla="*/ 0 w 790866"/>
                <a:gd name="connsiteY0" fmla="*/ 842170 h 842584"/>
                <a:gd name="connsiteX1" fmla="*/ 393702 w 790866"/>
                <a:gd name="connsiteY1" fmla="*/ 261938 h 842584"/>
                <a:gd name="connsiteX2" fmla="*/ 790866 w 790866"/>
                <a:gd name="connsiteY2" fmla="*/ 0 h 842584"/>
                <a:gd name="connsiteX3" fmla="*/ 790866 w 790866"/>
                <a:gd name="connsiteY3" fmla="*/ 627064 h 842584"/>
                <a:gd name="connsiteX4" fmla="*/ 498477 w 790866"/>
                <a:gd name="connsiteY4" fmla="*/ 774702 h 842584"/>
                <a:gd name="connsiteX5" fmla="*/ 0 w 790866"/>
                <a:gd name="connsiteY5" fmla="*/ 842170 h 84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0866" h="842584">
                  <a:moveTo>
                    <a:pt x="0" y="842170"/>
                  </a:moveTo>
                  <a:cubicBezTo>
                    <a:pt x="78846" y="658284"/>
                    <a:pt x="119593" y="531549"/>
                    <a:pt x="393702" y="261938"/>
                  </a:cubicBezTo>
                  <a:cubicBezTo>
                    <a:pt x="545140" y="122237"/>
                    <a:pt x="668003" y="63500"/>
                    <a:pt x="790866" y="0"/>
                  </a:cubicBezTo>
                  <a:lnTo>
                    <a:pt x="790866" y="627064"/>
                  </a:lnTo>
                  <a:cubicBezTo>
                    <a:pt x="693403" y="676277"/>
                    <a:pt x="634040" y="720726"/>
                    <a:pt x="498477" y="774702"/>
                  </a:cubicBezTo>
                  <a:cubicBezTo>
                    <a:pt x="297396" y="833707"/>
                    <a:pt x="215371" y="845081"/>
                    <a:pt x="0" y="842170"/>
                  </a:cubicBezTo>
                  <a:close/>
                </a:path>
              </a:pathLst>
            </a:custGeom>
            <a:solidFill>
              <a:srgbClr val="EC008C">
                <a:alpha val="4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chemeClr val="bg1">
                      <a:alpha val="0"/>
                    </a:schemeClr>
                  </a:solidFill>
                  <a:effectLst/>
                  <a:uLnTx/>
                  <a:uFillTx/>
                  <a:latin typeface="Segoe"/>
                </a:defRPr>
              </a:lvl1pPr>
            </a:lstStyle>
            <a:p>
              <a:pPr lvl="0"/>
              <a:r>
                <a:rPr lang="en-US" sz="1200" dirty="0" smtClean="0">
                  <a:latin typeface="Segoe UI" pitchFamily="34" charset="0"/>
                </a:rPr>
                <a:t>shape</a:t>
              </a:r>
              <a:endParaRPr lang="en-US" sz="1200" dirty="0">
                <a:latin typeface="Segoe UI" pitchFamily="34" charset="0"/>
              </a:endParaRPr>
            </a:p>
          </p:txBody>
        </p:sp>
        <p:sp>
          <p:nvSpPr>
            <p:cNvPr id="22" name="Text Placeholder 11"/>
            <p:cNvSpPr txBox="1">
              <a:spLocks/>
            </p:cNvSpPr>
            <p:nvPr/>
          </p:nvSpPr>
          <p:spPr>
            <a:xfrm rot="5400000" flipH="1" flipV="1">
              <a:off x="8441254" y="201838"/>
              <a:ext cx="608517" cy="796976"/>
            </a:xfrm>
            <a:custGeom>
              <a:avLst/>
              <a:gdLst>
                <a:gd name="connsiteX0" fmla="*/ 0 w 1164432"/>
                <a:gd name="connsiteY0" fmla="*/ 1654175 h 1654175"/>
                <a:gd name="connsiteX1" fmla="*/ 15475 w 1164432"/>
                <a:gd name="connsiteY1" fmla="*/ 0 h 1654175"/>
                <a:gd name="connsiteX2" fmla="*/ 1164432 w 1164432"/>
                <a:gd name="connsiteY2" fmla="*/ 1654175 h 1654175"/>
                <a:gd name="connsiteX3" fmla="*/ 0 w 1164432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48047 w 1212479"/>
                <a:gd name="connsiteY0" fmla="*/ 1654175 h 1654175"/>
                <a:gd name="connsiteX1" fmla="*/ 63522 w 1212479"/>
                <a:gd name="connsiteY1" fmla="*/ 0 h 1654175"/>
                <a:gd name="connsiteX2" fmla="*/ 1212479 w 1212479"/>
                <a:gd name="connsiteY2" fmla="*/ 1654175 h 1654175"/>
                <a:gd name="connsiteX3" fmla="*/ 48047 w 1212479"/>
                <a:gd name="connsiteY3" fmla="*/ 1654175 h 1654175"/>
                <a:gd name="connsiteX0" fmla="*/ 93436 w 1257868"/>
                <a:gd name="connsiteY0" fmla="*/ 1654175 h 1654175"/>
                <a:gd name="connsiteX1" fmla="*/ 108911 w 1257868"/>
                <a:gd name="connsiteY1" fmla="*/ 0 h 1654175"/>
                <a:gd name="connsiteX2" fmla="*/ 1257868 w 1257868"/>
                <a:gd name="connsiteY2" fmla="*/ 1654175 h 1654175"/>
                <a:gd name="connsiteX3" fmla="*/ 93436 w 1257868"/>
                <a:gd name="connsiteY3" fmla="*/ 1654175 h 1654175"/>
                <a:gd name="connsiteX0" fmla="*/ 98586 w 1263018"/>
                <a:gd name="connsiteY0" fmla="*/ 1654175 h 1654175"/>
                <a:gd name="connsiteX1" fmla="*/ 114061 w 1263018"/>
                <a:gd name="connsiteY1" fmla="*/ 0 h 1654175"/>
                <a:gd name="connsiteX2" fmla="*/ 1263018 w 1263018"/>
                <a:gd name="connsiteY2" fmla="*/ 1654175 h 1654175"/>
                <a:gd name="connsiteX3" fmla="*/ 98586 w 1263018"/>
                <a:gd name="connsiteY3" fmla="*/ 1654175 h 165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18" h="1654175">
                  <a:moveTo>
                    <a:pt x="98586" y="1654175"/>
                  </a:moveTo>
                  <a:cubicBezTo>
                    <a:pt x="-34368" y="1136121"/>
                    <a:pt x="-36354" y="556154"/>
                    <a:pt x="114061" y="0"/>
                  </a:cubicBezTo>
                  <a:cubicBezTo>
                    <a:pt x="792322" y="499005"/>
                    <a:pt x="1099107" y="1119451"/>
                    <a:pt x="1263018" y="1654175"/>
                  </a:cubicBezTo>
                  <a:lnTo>
                    <a:pt x="98586" y="1654175"/>
                  </a:ln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</p:spPr>
          <p:txBody>
            <a:bodyPr/>
            <a:lstStyle>
              <a:defPPr>
                <a:defRPr lang="en-US"/>
              </a:defPPr>
              <a:lvl1pPr lvl="0" indent="0">
                <a:spcBef>
                  <a:spcPct val="20000"/>
                </a:spcBef>
                <a:buFont typeface="Arial" pitchFamily="34" charset="0"/>
                <a:buNone/>
                <a:defRPr>
                  <a:solidFill>
                    <a:schemeClr val="tx2">
                      <a:lumMod val="60000"/>
                      <a:lumOff val="40000"/>
                      <a:alpha val="0"/>
                    </a:schemeClr>
                  </a:solidFill>
                </a:defRPr>
              </a:lvl1pPr>
              <a:lvl2pPr marL="227013" indent="-227013">
                <a:spcBef>
                  <a:spcPct val="20000"/>
                </a:spcBef>
                <a:buFont typeface="Arial" pitchFamily="34" charset="0"/>
                <a:buChar char="•"/>
                <a:defRPr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2pPr>
              <a:lvl3pPr marL="460375" indent="-233363">
                <a:spcBef>
                  <a:spcPct val="20000"/>
                </a:spcBef>
                <a:buFont typeface="Arial" pitchFamily="34" charset="0"/>
                <a:buChar char="•"/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3pPr>
              <a:lvl4pPr marL="685800" indent="-228600">
                <a:spcBef>
                  <a:spcPct val="20000"/>
                </a:spcBef>
                <a:buFont typeface="Arial" pitchFamily="34" charset="0"/>
                <a:buChar char="•"/>
                <a:defRPr sz="140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4pPr>
              <a:lvl5pPr marL="915988" indent="-228600">
                <a:spcBef>
                  <a:spcPct val="20000"/>
                </a:spcBef>
                <a:buFont typeface="Arial" pitchFamily="34" charset="0"/>
                <a:buChar char="•"/>
                <a:defRPr sz="140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lvl="0"/>
              <a:r>
                <a:rPr lang="en-US" sz="1200" dirty="0" smtClean="0"/>
                <a:t>Shape</a:t>
              </a:r>
              <a:endParaRPr lang="en-US" sz="1200" dirty="0"/>
            </a:p>
          </p:txBody>
        </p:sp>
      </p:grpSp>
      <p:pic>
        <p:nvPicPr>
          <p:cNvPr id="19" name="Picture 18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105" y="6403844"/>
            <a:ext cx="2715684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303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/>
  <p:txStyles>
    <p:titleStyle>
      <a:lvl1pPr algn="l" defTabSz="109728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097280" rtl="0" eaLnBrk="1" latinLnBrk="0" hangingPunct="1">
        <a:spcBef>
          <a:spcPct val="20000"/>
        </a:spcBef>
        <a:buFont typeface="Arial" pitchFamily="34" charset="0"/>
        <a:buNone/>
        <a:defRPr sz="216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272416" indent="-272416" algn="l" defTabSz="1097280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552450" indent="-280036" algn="l" defTabSz="1097280" rtl="0" eaLnBrk="1" latinLnBrk="0" hangingPunct="1">
        <a:spcBef>
          <a:spcPct val="20000"/>
        </a:spcBef>
        <a:buFont typeface="Arial" pitchFamily="34" charset="0"/>
        <a:buChar char="•"/>
        <a:defRPr sz="192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8229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168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1099186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168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989" y="1397101"/>
            <a:ext cx="6856673" cy="1923040"/>
          </a:xfrm>
        </p:spPr>
        <p:txBody>
          <a:bodyPr>
            <a:normAutofit fontScale="90000"/>
          </a:bodyPr>
          <a:lstStyle/>
          <a:p>
            <a:r>
              <a:rPr lang="en-US" sz="7200" dirty="0" smtClean="0"/>
              <a:t>support.xbox.com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819734" y="3320141"/>
            <a:ext cx="6856673" cy="1341707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 smtClean="0"/>
              <a:t>Flow </a:t>
            </a:r>
            <a:r>
              <a:rPr lang="en-US" sz="3200" dirty="0" smtClean="0"/>
              <a:t>with </a:t>
            </a:r>
            <a:r>
              <a:rPr lang="en-US" sz="3200" dirty="0" smtClean="0"/>
              <a:t>real pages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 smtClean="0"/>
              <a:t>Compass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 smtClean="0"/>
              <a:t>Code for New Browse Page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9581248" y="5621088"/>
            <a:ext cx="2491010" cy="39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1097280" rtl="0" eaLnBrk="1" latinLnBrk="0" hangingPunct="1">
              <a:spcBef>
                <a:spcPts val="36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0" algn="l" defTabSz="1097280" rtl="0" eaLnBrk="1" latinLnBrk="0" hangingPunct="1">
              <a:spcBef>
                <a:spcPct val="20000"/>
              </a:spcBef>
              <a:buFont typeface="Arial" pitchFamily="34" charset="0"/>
              <a:buNone/>
              <a:defRPr sz="21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0" algn="l" defTabSz="1097280" rtl="0" eaLnBrk="1" latinLnBrk="0" hangingPunct="1">
              <a:spcBef>
                <a:spcPct val="20000"/>
              </a:spcBef>
              <a:buFont typeface="Arial" pitchFamily="34" charset="0"/>
              <a:buNone/>
              <a:defRPr sz="19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45920" indent="0" algn="l" defTabSz="1097280" rtl="0" eaLnBrk="1" latinLnBrk="0" hangingPunct="1">
              <a:spcBef>
                <a:spcPct val="20000"/>
              </a:spcBef>
              <a:buFont typeface="Arial" pitchFamily="34" charset="0"/>
              <a:buNone/>
              <a:defRPr sz="168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94560" indent="0" algn="l" defTabSz="1097280" rtl="0" eaLnBrk="1" latinLnBrk="0" hangingPunct="1">
              <a:spcBef>
                <a:spcPct val="20000"/>
              </a:spcBef>
              <a:buFont typeface="Arial" pitchFamily="34" charset="0"/>
              <a:buNone/>
              <a:defRPr sz="168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743200" indent="0" algn="l" defTabSz="1097280" rtl="0" eaLnBrk="1" latinLnBrk="0" hangingPunct="1">
              <a:spcBef>
                <a:spcPct val="20000"/>
              </a:spcBef>
              <a:buFont typeface="Arial" pitchFamily="34" charset="0"/>
              <a:buNone/>
              <a:defRPr sz="168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291840" indent="0" algn="l" defTabSz="1097280" rtl="0" eaLnBrk="1" latinLnBrk="0" hangingPunct="1">
              <a:spcBef>
                <a:spcPct val="20000"/>
              </a:spcBef>
              <a:buFont typeface="Arial" pitchFamily="34" charset="0"/>
              <a:buNone/>
              <a:defRPr sz="168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840480" indent="0" algn="l" defTabSz="1097280" rtl="0" eaLnBrk="1" latinLnBrk="0" hangingPunct="1">
              <a:spcBef>
                <a:spcPct val="20000"/>
              </a:spcBef>
              <a:buFont typeface="Arial" pitchFamily="34" charset="0"/>
              <a:buNone/>
              <a:defRPr sz="168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389120" indent="0" algn="l" defTabSz="1097280" rtl="0" eaLnBrk="1" latinLnBrk="0" hangingPunct="1">
              <a:spcBef>
                <a:spcPct val="20000"/>
              </a:spcBef>
              <a:buFont typeface="Arial" pitchFamily="34" charset="0"/>
              <a:buNone/>
              <a:defRPr sz="168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Presenter: Bailin Wei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850040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Real Pages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82100"/>
              </p:ext>
            </p:extLst>
          </p:nvPr>
        </p:nvGraphicFramePr>
        <p:xfrm>
          <a:off x="838200" y="1690688"/>
          <a:ext cx="10515600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51246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https://authoring</a:t>
            </a:r>
            <a:r>
              <a:rPr lang="en-US" dirty="0" smtClean="0"/>
              <a:t>.&lt;env&gt;.</a:t>
            </a:r>
            <a:r>
              <a:rPr lang="en-US" dirty="0"/>
              <a:t>xbox.com</a:t>
            </a:r>
            <a:r>
              <a:rPr lang="en-US" dirty="0" smtClean="0"/>
              <a:t>/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88" y="2431359"/>
            <a:ext cx="7932956" cy="245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9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135" y="592779"/>
            <a:ext cx="6315456" cy="5177928"/>
          </a:xfrm>
          <a:prstGeom prst="rect">
            <a:avLst/>
          </a:prstGeom>
        </p:spPr>
      </p:pic>
      <p:sp>
        <p:nvSpPr>
          <p:cNvPr id="14" name="Round Diagonal Corner Rectangle 13"/>
          <p:cNvSpPr/>
          <p:nvPr/>
        </p:nvSpPr>
        <p:spPr>
          <a:xfrm>
            <a:off x="3043676" y="1484350"/>
            <a:ext cx="4500127" cy="580408"/>
          </a:xfrm>
          <a:prstGeom prst="round2DiagRect">
            <a:avLst/>
          </a:prstGeom>
          <a:solidFill>
            <a:srgbClr val="FFFF00">
              <a:alpha val="28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043675" y="2155235"/>
            <a:ext cx="4500127" cy="3615471"/>
          </a:xfrm>
          <a:prstGeom prst="rect">
            <a:avLst/>
          </a:prstGeom>
          <a:solidFill>
            <a:srgbClr val="92D050">
              <a:alpha val="24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12343" y="1373515"/>
            <a:ext cx="1316704" cy="2980771"/>
          </a:xfrm>
          <a:prstGeom prst="rect">
            <a:avLst/>
          </a:prstGeom>
          <a:solidFill>
            <a:srgbClr val="00B0F0">
              <a:alpha val="33000"/>
            </a:srgb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712343" y="4441781"/>
            <a:ext cx="1316704" cy="1328925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9290304" y="4690191"/>
            <a:ext cx="630936" cy="832104"/>
          </a:xfrm>
          <a:prstGeom prst="rightArrow">
            <a:avLst/>
          </a:prstGeom>
          <a:solidFill>
            <a:srgbClr val="FFFF00">
              <a:alpha val="41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0020953" y="4736911"/>
            <a:ext cx="189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Contact us page</a:t>
            </a:r>
            <a:endParaRPr lang="en-US" dirty="0"/>
          </a:p>
        </p:txBody>
      </p:sp>
      <p:sp>
        <p:nvSpPr>
          <p:cNvPr id="23" name="Right Arrow 22"/>
          <p:cNvSpPr/>
          <p:nvPr/>
        </p:nvSpPr>
        <p:spPr>
          <a:xfrm rot="10800000">
            <a:off x="1941904" y="3397870"/>
            <a:ext cx="676966" cy="832104"/>
          </a:xfrm>
          <a:prstGeom prst="rightArrow">
            <a:avLst/>
          </a:prstGeom>
          <a:solidFill>
            <a:srgbClr val="92D050">
              <a:alpha val="41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48343" y="3516365"/>
            <a:ext cx="152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Article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or</a:t>
            </a:r>
            <a:r>
              <a:rPr lang="en-US" dirty="0" smtClean="0"/>
              <a:t> Browse page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290304" y="2064758"/>
            <a:ext cx="188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Content 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800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  <p:bldP spid="20" grpId="0" animBg="1"/>
      <p:bldP spid="21" grpId="0" animBg="1"/>
      <p:bldP spid="22" grpId="0"/>
      <p:bldP spid="23" grpId="0" animBg="1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873" y="585129"/>
            <a:ext cx="7227218" cy="51129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32117" y="2068390"/>
            <a:ext cx="7059582" cy="1344961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10800000">
            <a:off x="1814672" y="2072779"/>
            <a:ext cx="630936" cy="832104"/>
          </a:xfrm>
          <a:prstGeom prst="rightArrow">
            <a:avLst/>
          </a:prstGeom>
          <a:solidFill>
            <a:srgbClr val="FFFF00">
              <a:alpha val="41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34156" y="2304165"/>
            <a:ext cx="117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Products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732117" y="4257869"/>
            <a:ext cx="7059582" cy="1301433"/>
          </a:xfrm>
          <a:prstGeom prst="rect">
            <a:avLst/>
          </a:prstGeom>
          <a:solidFill>
            <a:srgbClr val="92D050">
              <a:alpha val="24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0800000">
            <a:off x="1814672" y="4689507"/>
            <a:ext cx="630936" cy="832104"/>
          </a:xfrm>
          <a:prstGeom prst="rightArrow">
            <a:avLst/>
          </a:prstGeom>
          <a:solidFill>
            <a:srgbClr val="92D050">
              <a:alpha val="41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89961" y="4908586"/>
            <a:ext cx="141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 issues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850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 animBg="1"/>
      <p:bldP spid="11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584" y="584397"/>
            <a:ext cx="6159381" cy="4718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48584" y="1536937"/>
            <a:ext cx="1206348" cy="3851491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10800000">
            <a:off x="2376416" y="3021577"/>
            <a:ext cx="630936" cy="832104"/>
          </a:xfrm>
          <a:prstGeom prst="rightArrow">
            <a:avLst/>
          </a:prstGeom>
          <a:solidFill>
            <a:srgbClr val="FFFF00">
              <a:alpha val="41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05113" y="2958736"/>
            <a:ext cx="1256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Products              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en-US" dirty="0" smtClean="0"/>
              <a:t> Categories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789458" y="1334589"/>
            <a:ext cx="4352544" cy="4534090"/>
          </a:xfrm>
          <a:prstGeom prst="rect">
            <a:avLst/>
          </a:prstGeom>
          <a:gradFill flip="none" rotWithShape="1">
            <a:gsLst>
              <a:gs pos="0">
                <a:srgbClr val="F7FAFD">
                  <a:alpha val="0"/>
                </a:srgbClr>
              </a:gs>
              <a:gs pos="39000">
                <a:schemeClr val="bg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331" y="1807396"/>
            <a:ext cx="2991267" cy="244826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60161" y="1807396"/>
            <a:ext cx="2673227" cy="2444999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24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5" y="516036"/>
            <a:ext cx="5945773" cy="51235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08375" y="1453329"/>
            <a:ext cx="1227335" cy="69255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 rot="10800000">
            <a:off x="2331720" y="1565070"/>
            <a:ext cx="505968" cy="580811"/>
          </a:xfrm>
          <a:prstGeom prst="rightArrow">
            <a:avLst/>
          </a:prstGeom>
          <a:solidFill>
            <a:srgbClr val="FFFF00">
              <a:alpha val="41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00327" y="1670809"/>
            <a:ext cx="117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Products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 rot="10800000">
            <a:off x="2331720" y="3394058"/>
            <a:ext cx="505968" cy="580811"/>
          </a:xfrm>
          <a:prstGeom prst="rightArrow">
            <a:avLst/>
          </a:prstGeom>
          <a:solidFill>
            <a:schemeClr val="bg1">
              <a:lumMod val="75000"/>
              <a:alpha val="41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954023" y="3499798"/>
            <a:ext cx="137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Categories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836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64" y="731389"/>
            <a:ext cx="6860339" cy="51209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99763" y="2489719"/>
            <a:ext cx="6860339" cy="1711998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10800000">
            <a:off x="1829888" y="2963547"/>
            <a:ext cx="505968" cy="580811"/>
          </a:xfrm>
          <a:prstGeom prst="rightArrow">
            <a:avLst/>
          </a:prstGeom>
          <a:solidFill>
            <a:srgbClr val="FFFF00">
              <a:alpha val="41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16444" y="3062756"/>
            <a:ext cx="117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Products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1371" y="4547475"/>
            <a:ext cx="1340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ategories and sub categories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699764" y="4298765"/>
            <a:ext cx="6860339" cy="1650574"/>
          </a:xfrm>
          <a:prstGeom prst="rect">
            <a:avLst/>
          </a:prstGeom>
          <a:solidFill>
            <a:srgbClr val="92D050">
              <a:alpha val="24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 rot="10800000">
            <a:off x="1845817" y="4712749"/>
            <a:ext cx="579521" cy="592779"/>
          </a:xfrm>
          <a:prstGeom prst="rightArrow">
            <a:avLst/>
          </a:prstGeom>
          <a:solidFill>
            <a:srgbClr val="92D050">
              <a:alpha val="41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42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1" grpId="0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4161825"/>
              </p:ext>
            </p:extLst>
          </p:nvPr>
        </p:nvGraphicFramePr>
        <p:xfrm>
          <a:off x="598488" y="1222375"/>
          <a:ext cx="10995025" cy="4586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742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51114" y="2770869"/>
            <a:ext cx="10515600" cy="71256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THE END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827314" y="3483429"/>
            <a:ext cx="10515600" cy="71256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82500" lnSpcReduction="20000"/>
          </a:bodyPr>
          <a:lstStyle>
            <a:lvl1pPr algn="l" defTabSz="1097280" rtl="0" eaLnBrk="1" latinLnBrk="0" hangingPunct="1">
              <a:spcBef>
                <a:spcPct val="0"/>
              </a:spcBef>
              <a:buNone/>
              <a:defRPr sz="2400" kern="1200" cap="sm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 smtClean="0"/>
              <a:t>Thanks!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610723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IEB">
      <a:dk1>
        <a:srgbClr val="202020"/>
      </a:dk1>
      <a:lt1>
        <a:sysClr val="window" lastClr="FFFFFF"/>
      </a:lt1>
      <a:dk2>
        <a:srgbClr val="3D3D3D"/>
      </a:dk2>
      <a:lt2>
        <a:srgbClr val="EEEEEE"/>
      </a:lt2>
      <a:accent1>
        <a:srgbClr val="74BA43"/>
      </a:accent1>
      <a:accent2>
        <a:srgbClr val="542F8F"/>
      </a:accent2>
      <a:accent3>
        <a:srgbClr val="7F7F7F"/>
      </a:accent3>
      <a:accent4>
        <a:srgbClr val="74BA43"/>
      </a:accent4>
      <a:accent5>
        <a:srgbClr val="542F8F"/>
      </a:accent5>
      <a:accent6>
        <a:srgbClr val="7F7F7F"/>
      </a:accent6>
      <a:hlink>
        <a:srgbClr val="542F8F"/>
      </a:hlink>
      <a:folHlink>
        <a:srgbClr val="7F7F7F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232644A-82B5-41C7-9B7B-E22896E95571}" vid="{F974FB07-696A-410F-9AA1-71299AB28FF1}"/>
    </a:ext>
  </a:extLst>
</a:theme>
</file>

<file path=ppt/theme/theme2.xml><?xml version="1.0" encoding="utf-8"?>
<a:theme xmlns:a="http://schemas.openxmlformats.org/drawingml/2006/main" name="IEB green-orange">
  <a:themeElements>
    <a:clrScheme name="IEB">
      <a:dk1>
        <a:srgbClr val="202020"/>
      </a:dk1>
      <a:lt1>
        <a:sysClr val="window" lastClr="FFFFFF"/>
      </a:lt1>
      <a:dk2>
        <a:srgbClr val="3D3D3D"/>
      </a:dk2>
      <a:lt2>
        <a:srgbClr val="EEEEEE"/>
      </a:lt2>
      <a:accent1>
        <a:srgbClr val="74BA43"/>
      </a:accent1>
      <a:accent2>
        <a:srgbClr val="542F8F"/>
      </a:accent2>
      <a:accent3>
        <a:srgbClr val="7F7F7F"/>
      </a:accent3>
      <a:accent4>
        <a:srgbClr val="74BA43"/>
      </a:accent4>
      <a:accent5>
        <a:srgbClr val="542F8F"/>
      </a:accent5>
      <a:accent6>
        <a:srgbClr val="7F7F7F"/>
      </a:accent6>
      <a:hlink>
        <a:srgbClr val="542F8F"/>
      </a:hlink>
      <a:folHlink>
        <a:srgbClr val="7F7F7F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EB orange-pink">
  <a:themeElements>
    <a:clrScheme name="IEB">
      <a:dk1>
        <a:srgbClr val="202020"/>
      </a:dk1>
      <a:lt1>
        <a:sysClr val="window" lastClr="FFFFFF"/>
      </a:lt1>
      <a:dk2>
        <a:srgbClr val="3D3D3D"/>
      </a:dk2>
      <a:lt2>
        <a:srgbClr val="EEEEEE"/>
      </a:lt2>
      <a:accent1>
        <a:srgbClr val="74BA43"/>
      </a:accent1>
      <a:accent2>
        <a:srgbClr val="542F8F"/>
      </a:accent2>
      <a:accent3>
        <a:srgbClr val="7F7F7F"/>
      </a:accent3>
      <a:accent4>
        <a:srgbClr val="74BA43"/>
      </a:accent4>
      <a:accent5>
        <a:srgbClr val="542F8F"/>
      </a:accent5>
      <a:accent6>
        <a:srgbClr val="7F7F7F"/>
      </a:accent6>
      <a:hlink>
        <a:srgbClr val="542F8F"/>
      </a:hlink>
      <a:folHlink>
        <a:srgbClr val="7F7F7F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EB pink-purple">
  <a:themeElements>
    <a:clrScheme name="IEB">
      <a:dk1>
        <a:srgbClr val="202020"/>
      </a:dk1>
      <a:lt1>
        <a:sysClr val="window" lastClr="FFFFFF"/>
      </a:lt1>
      <a:dk2>
        <a:srgbClr val="3D3D3D"/>
      </a:dk2>
      <a:lt2>
        <a:srgbClr val="EEEEEE"/>
      </a:lt2>
      <a:accent1>
        <a:srgbClr val="74BA43"/>
      </a:accent1>
      <a:accent2>
        <a:srgbClr val="542F8F"/>
      </a:accent2>
      <a:accent3>
        <a:srgbClr val="7F7F7F"/>
      </a:accent3>
      <a:accent4>
        <a:srgbClr val="74BA43"/>
      </a:accent4>
      <a:accent5>
        <a:srgbClr val="542F8F"/>
      </a:accent5>
      <a:accent6>
        <a:srgbClr val="7F7F7F"/>
      </a:accent6>
      <a:hlink>
        <a:srgbClr val="542F8F"/>
      </a:hlink>
      <a:folHlink>
        <a:srgbClr val="7F7F7F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4785</TotalTime>
  <Words>102</Words>
  <Application>Microsoft Office PowerPoint</Application>
  <PresentationFormat>Widescreen</PresentationFormat>
  <Paragraphs>41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Segoe UI</vt:lpstr>
      <vt:lpstr>Wingdings</vt:lpstr>
      <vt:lpstr>Theme1</vt:lpstr>
      <vt:lpstr>IEB green-orange</vt:lpstr>
      <vt:lpstr>IEB orange-pink</vt:lpstr>
      <vt:lpstr>IEB pink-purple</vt:lpstr>
      <vt:lpstr>support.xbox.com</vt:lpstr>
      <vt:lpstr>Real Pages</vt:lpstr>
      <vt:lpstr>Compass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</vt:lpstr>
      <vt:lpstr>THE END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Support.xbox.com</dc:title>
  <dc:creator>Bailin Wei (Hisoft Services (Beijing))</dc:creator>
  <cp:lastModifiedBy>Bailin Wei (Hisoft Services (Beijing))</cp:lastModifiedBy>
  <cp:revision>27</cp:revision>
  <dcterms:created xsi:type="dcterms:W3CDTF">2013-04-12T02:23:58Z</dcterms:created>
  <dcterms:modified xsi:type="dcterms:W3CDTF">2013-04-18T05:48:14Z</dcterms:modified>
</cp:coreProperties>
</file>